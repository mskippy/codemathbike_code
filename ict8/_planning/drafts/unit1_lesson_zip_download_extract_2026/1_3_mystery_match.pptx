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09E964-9F91-AF74-85AD-93EEF0A33615}" v="289" dt="2025-08-28T23:46:43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Ahoy" userId="S::19247@sd44.ca::fa3db54d-59ce-4a06-a2c2-93afbe8e60fb" providerId="AD" clId="Web-{EA09E964-9F91-AF74-85AD-93EEF0A33615}"/>
    <pc:docChg chg="addSld delSld modSld">
      <pc:chgData name="Michelle Ahoy" userId="S::19247@sd44.ca::fa3db54d-59ce-4a06-a2c2-93afbe8e60fb" providerId="AD" clId="Web-{EA09E964-9F91-AF74-85AD-93EEF0A33615}" dt="2025-08-28T23:46:53.135" v="454"/>
      <pc:docMkLst>
        <pc:docMk/>
      </pc:docMkLst>
      <pc:sldChg chg="addSp modSp mod setBg">
        <pc:chgData name="Michelle Ahoy" userId="S::19247@sd44.ca::fa3db54d-59ce-4a06-a2c2-93afbe8e60fb" providerId="AD" clId="Web-{EA09E964-9F91-AF74-85AD-93EEF0A33615}" dt="2025-08-28T23:29:44.024" v="10"/>
        <pc:sldMkLst>
          <pc:docMk/>
          <pc:sldMk cId="109857222" sldId="256"/>
        </pc:sldMkLst>
        <pc:spChg chg="mo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9" creationId="{362D44EE-C852-4460-B8B5-C4F2BC20510C}"/>
          </ac:spMkLst>
        </pc:spChg>
        <pc:spChg chg="ad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11" creationId="{658970D8-8D1D-4B5C-894B-E871CC86543D}"/>
          </ac:spMkLst>
        </pc:spChg>
        <pc:spChg chg="ad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13" creationId="{F227E5B6-9132-43CA-B503-37A18562ADF2}"/>
          </ac:spMkLst>
        </pc:spChg>
        <pc:spChg chg="ad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15" creationId="{03C2051E-A88D-48E5-BACF-AAED17892722}"/>
          </ac:spMkLst>
        </pc:spChg>
        <pc:spChg chg="ad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17" creationId="{7821A508-2985-4905-874A-527429BAABFA}"/>
          </ac:spMkLst>
        </pc:spChg>
        <pc:spChg chg="ad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19" creationId="{D2929CB1-0E3C-4B2D-ADC5-0154FB33BA44}"/>
          </ac:spMkLst>
        </pc:spChg>
        <pc:spChg chg="add">
          <ac:chgData name="Michelle Ahoy" userId="S::19247@sd44.ca::fa3db54d-59ce-4a06-a2c2-93afbe8e60fb" providerId="AD" clId="Web-{EA09E964-9F91-AF74-85AD-93EEF0A33615}" dt="2025-08-28T23:29:44.024" v="10"/>
          <ac:spMkLst>
            <pc:docMk/>
            <pc:sldMk cId="109857222" sldId="256"/>
            <ac:spMk id="21" creationId="{5F2F0C84-BE8C-4DC2-A6D3-30349A801D5C}"/>
          </ac:spMkLst>
        </pc:spChg>
        <pc:picChg chg="add mod">
          <ac:chgData name="Michelle Ahoy" userId="S::19247@sd44.ca::fa3db54d-59ce-4a06-a2c2-93afbe8e60fb" providerId="AD" clId="Web-{EA09E964-9F91-AF74-85AD-93EEF0A33615}" dt="2025-08-28T23:29:44.024" v="10"/>
          <ac:picMkLst>
            <pc:docMk/>
            <pc:sldMk cId="109857222" sldId="256"/>
            <ac:picMk id="4" creationId="{731D8529-3320-104B-38EC-55D4A435ACAF}"/>
          </ac:picMkLst>
        </pc:picChg>
      </pc:sldChg>
      <pc:sldChg chg="addSp delSp modSp new mod setBg modClrScheme delDesignElem chgLayout">
        <pc:chgData name="Michelle Ahoy" userId="S::19247@sd44.ca::fa3db54d-59ce-4a06-a2c2-93afbe8e60fb" providerId="AD" clId="Web-{EA09E964-9F91-AF74-85AD-93EEF0A33615}" dt="2025-08-28T23:31:24.837" v="115"/>
        <pc:sldMkLst>
          <pc:docMk/>
          <pc:sldMk cId="4152855471" sldId="257"/>
        </pc:sldMkLst>
        <pc:spChg chg="mod ord">
          <ac:chgData name="Michelle Ahoy" userId="S::19247@sd44.ca::fa3db54d-59ce-4a06-a2c2-93afbe8e60fb" providerId="AD" clId="Web-{EA09E964-9F91-AF74-85AD-93EEF0A33615}" dt="2025-08-28T23:31:24.837" v="115"/>
          <ac:spMkLst>
            <pc:docMk/>
            <pc:sldMk cId="4152855471" sldId="257"/>
            <ac:spMk id="2" creationId="{40FFD0CB-0C87-3133-AE1F-2DAC67F35A13}"/>
          </ac:spMkLst>
        </pc:spChg>
        <pc:spChg chg="del mod">
          <ac:chgData name="Michelle Ahoy" userId="S::19247@sd44.ca::fa3db54d-59ce-4a06-a2c2-93afbe8e60fb" providerId="AD" clId="Web-{EA09E964-9F91-AF74-85AD-93EEF0A33615}" dt="2025-08-28T23:31:08.165" v="113"/>
          <ac:spMkLst>
            <pc:docMk/>
            <pc:sldMk cId="4152855471" sldId="257"/>
            <ac:spMk id="3" creationId="{3435CA4D-4EC2-8125-5139-37ACAC00A2A7}"/>
          </ac:spMkLst>
        </pc:spChg>
        <pc:spChg chg="add del">
          <ac:chgData name="Michelle Ahoy" userId="S::19247@sd44.ca::fa3db54d-59ce-4a06-a2c2-93afbe8e60fb" providerId="AD" clId="Web-{EA09E964-9F91-AF74-85AD-93EEF0A33615}" dt="2025-08-28T23:31:24.837" v="115"/>
          <ac:spMkLst>
            <pc:docMk/>
            <pc:sldMk cId="4152855471" sldId="257"/>
            <ac:spMk id="10" creationId="{B50AB553-2A96-4A92-96F2-93548E096954}"/>
          </ac:spMkLst>
        </pc:spChg>
        <pc:graphicFrameChg chg="add mod ord">
          <ac:chgData name="Michelle Ahoy" userId="S::19247@sd44.ca::fa3db54d-59ce-4a06-a2c2-93afbe8e60fb" providerId="AD" clId="Web-{EA09E964-9F91-AF74-85AD-93EEF0A33615}" dt="2025-08-28T23:31:24.837" v="115"/>
          <ac:graphicFrameMkLst>
            <pc:docMk/>
            <pc:sldMk cId="4152855471" sldId="257"/>
            <ac:graphicFrameMk id="5" creationId="{E4794FA5-715E-E1C7-7713-A1EB9B57FC27}"/>
          </ac:graphicFrameMkLst>
        </pc:graphicFrameChg>
        <pc:picChg chg="add">
          <ac:chgData name="Michelle Ahoy" userId="S::19247@sd44.ca::fa3db54d-59ce-4a06-a2c2-93afbe8e60fb" providerId="AD" clId="Web-{EA09E964-9F91-AF74-85AD-93EEF0A33615}" dt="2025-08-28T23:31:08.165" v="113"/>
          <ac:picMkLst>
            <pc:docMk/>
            <pc:sldMk cId="4152855471" sldId="257"/>
            <ac:picMk id="6" creationId="{620B9420-41F8-6CFE-A2BF-23698A24F6F2}"/>
          </ac:picMkLst>
        </pc:picChg>
      </pc:sldChg>
      <pc:sldChg chg="addSp delSp modSp new mod setBg modNotes">
        <pc:chgData name="Michelle Ahoy" userId="S::19247@sd44.ca::fa3db54d-59ce-4a06-a2c2-93afbe8e60fb" providerId="AD" clId="Web-{EA09E964-9F91-AF74-85AD-93EEF0A33615}" dt="2025-08-28T23:36:00.135" v="186"/>
        <pc:sldMkLst>
          <pc:docMk/>
          <pc:sldMk cId="1142143474" sldId="258"/>
        </pc:sldMkLst>
        <pc:spChg chg="mod">
          <ac:chgData name="Michelle Ahoy" userId="S::19247@sd44.ca::fa3db54d-59ce-4a06-a2c2-93afbe8e60fb" providerId="AD" clId="Web-{EA09E964-9F91-AF74-85AD-93EEF0A33615}" dt="2025-08-28T23:35:35.947" v="152"/>
          <ac:spMkLst>
            <pc:docMk/>
            <pc:sldMk cId="1142143474" sldId="258"/>
            <ac:spMk id="2" creationId="{33960BB7-2444-2FB0-7FBD-2779F3799C97}"/>
          </ac:spMkLst>
        </pc:spChg>
        <pc:spChg chg="add">
          <ac:chgData name="Michelle Ahoy" userId="S::19247@sd44.ca::fa3db54d-59ce-4a06-a2c2-93afbe8e60fb" providerId="AD" clId="Web-{EA09E964-9F91-AF74-85AD-93EEF0A33615}" dt="2025-08-28T23:35:35.947" v="152"/>
          <ac:spMkLst>
            <pc:docMk/>
            <pc:sldMk cId="1142143474" sldId="258"/>
            <ac:spMk id="12" creationId="{1C4FDBE2-32F7-4AC4-A40C-C51C65B1D474}"/>
          </ac:spMkLst>
        </pc:spChg>
        <pc:spChg chg="add">
          <ac:chgData name="Michelle Ahoy" userId="S::19247@sd44.ca::fa3db54d-59ce-4a06-a2c2-93afbe8e60fb" providerId="AD" clId="Web-{EA09E964-9F91-AF74-85AD-93EEF0A33615}" dt="2025-08-28T23:35:35.947" v="152"/>
          <ac:spMkLst>
            <pc:docMk/>
            <pc:sldMk cId="1142143474" sldId="258"/>
            <ac:spMk id="14" creationId="{EBF4792E-DF83-4D24-9924-01EC30A32C89}"/>
          </ac:spMkLst>
        </pc:spChg>
        <pc:spChg chg="add">
          <ac:chgData name="Michelle Ahoy" userId="S::19247@sd44.ca::fa3db54d-59ce-4a06-a2c2-93afbe8e60fb" providerId="AD" clId="Web-{EA09E964-9F91-AF74-85AD-93EEF0A33615}" dt="2025-08-28T23:35:35.947" v="152"/>
          <ac:spMkLst>
            <pc:docMk/>
            <pc:sldMk cId="1142143474" sldId="258"/>
            <ac:spMk id="16" creationId="{15837328-A57C-47AA-B520-C83F4A6BD1E4}"/>
          </ac:spMkLst>
        </pc:spChg>
        <pc:spChg chg="add">
          <ac:chgData name="Michelle Ahoy" userId="S::19247@sd44.ca::fa3db54d-59ce-4a06-a2c2-93afbe8e60fb" providerId="AD" clId="Web-{EA09E964-9F91-AF74-85AD-93EEF0A33615}" dt="2025-08-28T23:35:35.947" v="152"/>
          <ac:spMkLst>
            <pc:docMk/>
            <pc:sldMk cId="1142143474" sldId="258"/>
            <ac:spMk id="18" creationId="{E2B33195-5BCA-4BB7-A82D-6739522687DD}"/>
          </ac:spMkLst>
        </pc:spChg>
        <pc:spChg chg="add">
          <ac:chgData name="Michelle Ahoy" userId="S::19247@sd44.ca::fa3db54d-59ce-4a06-a2c2-93afbe8e60fb" providerId="AD" clId="Web-{EA09E964-9F91-AF74-85AD-93EEF0A33615}" dt="2025-08-28T23:35:35.947" v="152"/>
          <ac:spMkLst>
            <pc:docMk/>
            <pc:sldMk cId="1142143474" sldId="258"/>
            <ac:spMk id="20" creationId="{8A03A6A2-7849-4179-B68F-C11DDDB231D4}"/>
          </ac:spMkLst>
        </pc:spChg>
        <pc:picChg chg="add del mod">
          <ac:chgData name="Michelle Ahoy" userId="S::19247@sd44.ca::fa3db54d-59ce-4a06-a2c2-93afbe8e60fb" providerId="AD" clId="Web-{EA09E964-9F91-AF74-85AD-93EEF0A33615}" dt="2025-08-28T23:34:10.931" v="135"/>
          <ac:picMkLst>
            <pc:docMk/>
            <pc:sldMk cId="1142143474" sldId="258"/>
            <ac:picMk id="3" creationId="{C3C8B620-95C8-986D-383D-9E777D3E7F70}"/>
          </ac:picMkLst>
        </pc:picChg>
        <pc:picChg chg="add del mod">
          <ac:chgData name="Michelle Ahoy" userId="S::19247@sd44.ca::fa3db54d-59ce-4a06-a2c2-93afbe8e60fb" providerId="AD" clId="Web-{EA09E964-9F91-AF74-85AD-93EEF0A33615}" dt="2025-08-28T23:33:12.634" v="129"/>
          <ac:picMkLst>
            <pc:docMk/>
            <pc:sldMk cId="1142143474" sldId="258"/>
            <ac:picMk id="4" creationId="{87AE9967-A5AD-E4D5-7816-E508E427AEA0}"/>
          </ac:picMkLst>
        </pc:picChg>
        <pc:picChg chg="add mod">
          <ac:chgData name="Michelle Ahoy" userId="S::19247@sd44.ca::fa3db54d-59ce-4a06-a2c2-93afbe8e60fb" providerId="AD" clId="Web-{EA09E964-9F91-AF74-85AD-93EEF0A33615}" dt="2025-08-28T23:35:35.947" v="152"/>
          <ac:picMkLst>
            <pc:docMk/>
            <pc:sldMk cId="1142143474" sldId="258"/>
            <ac:picMk id="5" creationId="{5C77C1EA-6115-5A27-33B9-1AF73786C3BA}"/>
          </ac:picMkLst>
        </pc:picChg>
        <pc:picChg chg="add mod">
          <ac:chgData name="Michelle Ahoy" userId="S::19247@sd44.ca::fa3db54d-59ce-4a06-a2c2-93afbe8e60fb" providerId="AD" clId="Web-{EA09E964-9F91-AF74-85AD-93EEF0A33615}" dt="2025-08-28T23:35:35.947" v="152"/>
          <ac:picMkLst>
            <pc:docMk/>
            <pc:sldMk cId="1142143474" sldId="258"/>
            <ac:picMk id="6" creationId="{72CF1A60-6592-E6AC-FE73-9B2B59FB7C25}"/>
          </ac:picMkLst>
        </pc:picChg>
        <pc:picChg chg="add mod ord">
          <ac:chgData name="Michelle Ahoy" userId="S::19247@sd44.ca::fa3db54d-59ce-4a06-a2c2-93afbe8e60fb" providerId="AD" clId="Web-{EA09E964-9F91-AF74-85AD-93EEF0A33615}" dt="2025-08-28T23:35:35.947" v="152"/>
          <ac:picMkLst>
            <pc:docMk/>
            <pc:sldMk cId="1142143474" sldId="258"/>
            <ac:picMk id="7" creationId="{6C275863-D8A9-925C-8FBC-C8F654A73D13}"/>
          </ac:picMkLst>
        </pc:picChg>
      </pc:sldChg>
      <pc:sldChg chg="addSp modSp new mod setBg modNotes">
        <pc:chgData name="Michelle Ahoy" userId="S::19247@sd44.ca::fa3db54d-59ce-4a06-a2c2-93afbe8e60fb" providerId="AD" clId="Web-{EA09E964-9F91-AF74-85AD-93EEF0A33615}" dt="2025-08-28T23:38:14.965" v="244"/>
        <pc:sldMkLst>
          <pc:docMk/>
          <pc:sldMk cId="3861342649" sldId="259"/>
        </pc:sldMkLst>
        <pc:spChg chg="mod">
          <ac:chgData name="Michelle Ahoy" userId="S::19247@sd44.ca::fa3db54d-59ce-4a06-a2c2-93afbe8e60fb" providerId="AD" clId="Web-{EA09E964-9F91-AF74-85AD-93EEF0A33615}" dt="2025-08-28T23:38:14.965" v="244"/>
          <ac:spMkLst>
            <pc:docMk/>
            <pc:sldMk cId="3861342649" sldId="259"/>
            <ac:spMk id="2" creationId="{9B3B4590-186F-1856-CC2E-4361BF34B5B6}"/>
          </ac:spMkLst>
        </pc:spChg>
        <pc:spChg chg="add">
          <ac:chgData name="Michelle Ahoy" userId="S::19247@sd44.ca::fa3db54d-59ce-4a06-a2c2-93afbe8e60fb" providerId="AD" clId="Web-{EA09E964-9F91-AF74-85AD-93EEF0A33615}" dt="2025-08-28T23:38:14.965" v="244"/>
          <ac:spMkLst>
            <pc:docMk/>
            <pc:sldMk cId="3861342649" sldId="259"/>
            <ac:spMk id="10" creationId="{2111B97A-2FB0-4625-8C2E-CDCB1AF683A2}"/>
          </ac:spMkLst>
        </pc:spChg>
        <pc:spChg chg="add">
          <ac:chgData name="Michelle Ahoy" userId="S::19247@sd44.ca::fa3db54d-59ce-4a06-a2c2-93afbe8e60fb" providerId="AD" clId="Web-{EA09E964-9F91-AF74-85AD-93EEF0A33615}" dt="2025-08-28T23:38:14.965" v="244"/>
          <ac:spMkLst>
            <pc:docMk/>
            <pc:sldMk cId="3861342649" sldId="259"/>
            <ac:spMk id="16" creationId="{8ED94938-268E-4C0A-A08A-B3980C78BAEB}"/>
          </ac:spMkLst>
        </pc:spChg>
        <pc:grpChg chg="add">
          <ac:chgData name="Michelle Ahoy" userId="S::19247@sd44.ca::fa3db54d-59ce-4a06-a2c2-93afbe8e60fb" providerId="AD" clId="Web-{EA09E964-9F91-AF74-85AD-93EEF0A33615}" dt="2025-08-28T23:38:14.965" v="244"/>
          <ac:grpSpMkLst>
            <pc:docMk/>
            <pc:sldMk cId="3861342649" sldId="259"/>
            <ac:grpSpMk id="12" creationId="{B83D307E-DF68-43F8-97CE-0AAE950A7129}"/>
          </ac:grpSpMkLst>
        </pc:grpChg>
        <pc:picChg chg="add mod">
          <ac:chgData name="Michelle Ahoy" userId="S::19247@sd44.ca::fa3db54d-59ce-4a06-a2c2-93afbe8e60fb" providerId="AD" clId="Web-{EA09E964-9F91-AF74-85AD-93EEF0A33615}" dt="2025-08-28T23:38:14.965" v="244"/>
          <ac:picMkLst>
            <pc:docMk/>
            <pc:sldMk cId="3861342649" sldId="259"/>
            <ac:picMk id="3" creationId="{FC934415-C364-F697-57E9-3C98ACD24346}"/>
          </ac:picMkLst>
        </pc:picChg>
        <pc:picChg chg="add mod">
          <ac:chgData name="Michelle Ahoy" userId="S::19247@sd44.ca::fa3db54d-59ce-4a06-a2c2-93afbe8e60fb" providerId="AD" clId="Web-{EA09E964-9F91-AF74-85AD-93EEF0A33615}" dt="2025-08-28T23:38:14.965" v="244"/>
          <ac:picMkLst>
            <pc:docMk/>
            <pc:sldMk cId="3861342649" sldId="259"/>
            <ac:picMk id="4" creationId="{C2E5B8F7-4DEA-2A27-63CD-9C8B101A4A99}"/>
          </ac:picMkLst>
        </pc:picChg>
        <pc:picChg chg="add mod">
          <ac:chgData name="Michelle Ahoy" userId="S::19247@sd44.ca::fa3db54d-59ce-4a06-a2c2-93afbe8e60fb" providerId="AD" clId="Web-{EA09E964-9F91-AF74-85AD-93EEF0A33615}" dt="2025-08-28T23:38:14.965" v="244"/>
          <ac:picMkLst>
            <pc:docMk/>
            <pc:sldMk cId="3861342649" sldId="259"/>
            <ac:picMk id="5" creationId="{C54FAFDA-F44A-80BE-C92A-566D683F13A8}"/>
          </ac:picMkLst>
        </pc:picChg>
      </pc:sldChg>
      <pc:sldChg chg="new del">
        <pc:chgData name="Michelle Ahoy" userId="S::19247@sd44.ca::fa3db54d-59ce-4a06-a2c2-93afbe8e60fb" providerId="AD" clId="Web-{EA09E964-9F91-AF74-85AD-93EEF0A33615}" dt="2025-08-28T23:38:44.278" v="246"/>
        <pc:sldMkLst>
          <pc:docMk/>
          <pc:sldMk cId="2777796786" sldId="260"/>
        </pc:sldMkLst>
      </pc:sldChg>
      <pc:sldChg chg="addSp delSp modSp new mod setBg modNotes">
        <pc:chgData name="Michelle Ahoy" userId="S::19247@sd44.ca::fa3db54d-59ce-4a06-a2c2-93afbe8e60fb" providerId="AD" clId="Web-{EA09E964-9F91-AF74-85AD-93EEF0A33615}" dt="2025-08-28T23:42:49.155" v="331"/>
        <pc:sldMkLst>
          <pc:docMk/>
          <pc:sldMk cId="3387101671" sldId="260"/>
        </pc:sldMkLst>
        <pc:spChg chg="mo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2" creationId="{47925570-BAE2-4247-1085-C8ADB4773B20}"/>
          </ac:spMkLst>
        </pc:spChg>
        <pc:spChg chg="add del mod">
          <ac:chgData name="Michelle Ahoy" userId="S::19247@sd44.ca::fa3db54d-59ce-4a06-a2c2-93afbe8e60fb" providerId="AD" clId="Web-{EA09E964-9F91-AF74-85AD-93EEF0A33615}" dt="2025-08-28T23:41:22.389" v="283"/>
          <ac:spMkLst>
            <pc:docMk/>
            <pc:sldMk cId="3387101671" sldId="260"/>
            <ac:spMk id="6" creationId="{13C2EAF2-9DD9-42ED-8DCD-DB297590F234}"/>
          </ac:spMkLst>
        </pc:spChg>
        <pc:spChg chg="add del mod">
          <ac:chgData name="Michelle Ahoy" userId="S::19247@sd44.ca::fa3db54d-59ce-4a06-a2c2-93afbe8e60fb" providerId="AD" clId="Web-{EA09E964-9F91-AF74-85AD-93EEF0A33615}" dt="2025-08-28T23:41:24.764" v="284"/>
          <ac:spMkLst>
            <pc:docMk/>
            <pc:sldMk cId="3387101671" sldId="260"/>
            <ac:spMk id="9" creationId="{78B1D1E6-21FB-CDEC-EDAF-3548DEB0E58F}"/>
          </ac:spMkLst>
        </pc:spChg>
        <pc:spChg chg="add del">
          <ac:chgData name="Michelle Ahoy" userId="S::19247@sd44.ca::fa3db54d-59ce-4a06-a2c2-93afbe8e60fb" providerId="AD" clId="Web-{EA09E964-9F91-AF74-85AD-93EEF0A33615}" dt="2025-08-28T23:41:44.748" v="288"/>
          <ac:spMkLst>
            <pc:docMk/>
            <pc:sldMk cId="3387101671" sldId="260"/>
            <ac:spMk id="13" creationId="{AC8EEB0F-BA72-49AC-956F-331B60FDE79E}"/>
          </ac:spMkLst>
        </pc:spChg>
        <pc:spChg chg="ad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17" creationId="{D7538F2A-6532-4E38-8354-21841BB0B4E7}"/>
          </ac:spMkLst>
        </pc:spChg>
        <pc:spChg chg="ad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19" creationId="{52F31131-35FC-4834-8E62-1D9DA3BE2A97}"/>
          </ac:spMkLst>
        </pc:spChg>
        <pc:spChg chg="ad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23" creationId="{E5F002A4-1B0E-473E-AD7B-8346FB83B434}"/>
          </ac:spMkLst>
        </pc:spChg>
        <pc:spChg chg="ad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25" creationId="{13AF7514-9DD7-4ADB-84DF-5D8B61E735FE}"/>
          </ac:spMkLst>
        </pc:spChg>
        <pc:spChg chg="ad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33" creationId="{467F378D-A000-47AE-83B2-D9954D8C9423}"/>
          </ac:spMkLst>
        </pc:spChg>
        <pc:spChg chg="ad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34" creationId="{48E26863-5660-4928-984A-CA2CFC8F664D}"/>
          </ac:spMkLst>
        </pc:spChg>
        <pc:spChg chg="add">
          <ac:chgData name="Michelle Ahoy" userId="S::19247@sd44.ca::fa3db54d-59ce-4a06-a2c2-93afbe8e60fb" providerId="AD" clId="Web-{EA09E964-9F91-AF74-85AD-93EEF0A33615}" dt="2025-08-28T23:41:44.780" v="289"/>
          <ac:spMkLst>
            <pc:docMk/>
            <pc:sldMk cId="3387101671" sldId="260"/>
            <ac:spMk id="35" creationId="{E7AD7F70-85A5-463C-9B1F-3182B60F8666}"/>
          </ac:spMkLst>
        </pc:spChg>
        <pc:grpChg chg="add del">
          <ac:chgData name="Michelle Ahoy" userId="S::19247@sd44.ca::fa3db54d-59ce-4a06-a2c2-93afbe8e60fb" providerId="AD" clId="Web-{EA09E964-9F91-AF74-85AD-93EEF0A33615}" dt="2025-08-28T23:41:44.748" v="288"/>
          <ac:grpSpMkLst>
            <pc:docMk/>
            <pc:sldMk cId="3387101671" sldId="260"/>
            <ac:grpSpMk id="15" creationId="{54C5F191-28EB-4204-8F9D-2EA49651480F}"/>
          </ac:grpSpMkLst>
        </pc:grpChg>
        <pc:grpChg chg="add del">
          <ac:chgData name="Michelle Ahoy" userId="S::19247@sd44.ca::fa3db54d-59ce-4a06-a2c2-93afbe8e60fb" providerId="AD" clId="Web-{EA09E964-9F91-AF74-85AD-93EEF0A33615}" dt="2025-08-28T23:41:44.748" v="288"/>
          <ac:grpSpMkLst>
            <pc:docMk/>
            <pc:sldMk cId="3387101671" sldId="260"/>
            <ac:grpSpMk id="21" creationId="{19A5CE6D-B0CD-44A3-A50A-64467EB0712C}"/>
          </ac:grpSpMkLst>
        </pc:grpChg>
        <pc:grpChg chg="add del">
          <ac:chgData name="Michelle Ahoy" userId="S::19247@sd44.ca::fa3db54d-59ce-4a06-a2c2-93afbe8e60fb" providerId="AD" clId="Web-{EA09E964-9F91-AF74-85AD-93EEF0A33615}" dt="2025-08-28T23:41:44.748" v="288"/>
          <ac:grpSpMkLst>
            <pc:docMk/>
            <pc:sldMk cId="3387101671" sldId="260"/>
            <ac:grpSpMk id="27" creationId="{1F5AD99D-D9DE-4538-B93F-D082821D361E}"/>
          </ac:grpSpMkLst>
        </pc:grpChg>
        <pc:picChg chg="add del mod">
          <ac:chgData name="Michelle Ahoy" userId="S::19247@sd44.ca::fa3db54d-59ce-4a06-a2c2-93afbe8e60fb" providerId="AD" clId="Web-{EA09E964-9F91-AF74-85AD-93EEF0A33615}" dt="2025-08-28T23:39:47.654" v="264"/>
          <ac:picMkLst>
            <pc:docMk/>
            <pc:sldMk cId="3387101671" sldId="260"/>
            <ac:picMk id="3" creationId="{67EF4975-5869-815E-6A5B-91C026FD5B11}"/>
          </ac:picMkLst>
        </pc:picChg>
        <pc:picChg chg="add mod ord">
          <ac:chgData name="Michelle Ahoy" userId="S::19247@sd44.ca::fa3db54d-59ce-4a06-a2c2-93afbe8e60fb" providerId="AD" clId="Web-{EA09E964-9F91-AF74-85AD-93EEF0A33615}" dt="2025-08-28T23:41:44.780" v="289"/>
          <ac:picMkLst>
            <pc:docMk/>
            <pc:sldMk cId="3387101671" sldId="260"/>
            <ac:picMk id="4" creationId="{B9B07434-85E7-0101-5A8A-D69737978007}"/>
          </ac:picMkLst>
        </pc:picChg>
        <pc:picChg chg="add mod">
          <ac:chgData name="Michelle Ahoy" userId="S::19247@sd44.ca::fa3db54d-59ce-4a06-a2c2-93afbe8e60fb" providerId="AD" clId="Web-{EA09E964-9F91-AF74-85AD-93EEF0A33615}" dt="2025-08-28T23:41:44.780" v="289"/>
          <ac:picMkLst>
            <pc:docMk/>
            <pc:sldMk cId="3387101671" sldId="260"/>
            <ac:picMk id="5" creationId="{00508F93-E8F6-F57C-FD32-4AF22E667881}"/>
          </ac:picMkLst>
        </pc:picChg>
        <pc:picChg chg="add mod">
          <ac:chgData name="Michelle Ahoy" userId="S::19247@sd44.ca::fa3db54d-59ce-4a06-a2c2-93afbe8e60fb" providerId="AD" clId="Web-{EA09E964-9F91-AF74-85AD-93EEF0A33615}" dt="2025-08-28T23:41:44.748" v="288"/>
          <ac:picMkLst>
            <pc:docMk/>
            <pc:sldMk cId="3387101671" sldId="260"/>
            <ac:picMk id="8" creationId="{02625CB1-6D02-D2EB-913E-4D4E83A478C0}"/>
          </ac:picMkLst>
        </pc:picChg>
      </pc:sldChg>
      <pc:sldChg chg="addSp delSp modSp new mod setBg modNotes">
        <pc:chgData name="Michelle Ahoy" userId="S::19247@sd44.ca::fa3db54d-59ce-4a06-a2c2-93afbe8e60fb" providerId="AD" clId="Web-{EA09E964-9F91-AF74-85AD-93EEF0A33615}" dt="2025-08-28T23:46:14.588" v="422"/>
        <pc:sldMkLst>
          <pc:docMk/>
          <pc:sldMk cId="1485722420" sldId="261"/>
        </pc:sldMkLst>
        <pc:spChg chg="mod">
          <ac:chgData name="Michelle Ahoy" userId="S::19247@sd44.ca::fa3db54d-59ce-4a06-a2c2-93afbe8e60fb" providerId="AD" clId="Web-{EA09E964-9F91-AF74-85AD-93EEF0A33615}" dt="2025-08-28T23:45:08.962" v="368"/>
          <ac:spMkLst>
            <pc:docMk/>
            <pc:sldMk cId="1485722420" sldId="261"/>
            <ac:spMk id="2" creationId="{F0BC92A9-9587-AF33-2B80-A26D140B0C8F}"/>
          </ac:spMkLst>
        </pc:spChg>
        <pc:spChg chg="add del mod">
          <ac:chgData name="Michelle Ahoy" userId="S::19247@sd44.ca::fa3db54d-59ce-4a06-a2c2-93afbe8e60fb" providerId="AD" clId="Web-{EA09E964-9F91-AF74-85AD-93EEF0A33615}" dt="2025-08-28T23:43:36.311" v="348"/>
          <ac:spMkLst>
            <pc:docMk/>
            <pc:sldMk cId="1485722420" sldId="261"/>
            <ac:spMk id="4" creationId="{D2A49D4C-00BD-261B-98C2-CFA248DC219E}"/>
          </ac:spMkLst>
        </pc:spChg>
        <pc:spChg chg="add del mod">
          <ac:chgData name="Michelle Ahoy" userId="S::19247@sd44.ca::fa3db54d-59ce-4a06-a2c2-93afbe8e60fb" providerId="AD" clId="Web-{EA09E964-9F91-AF74-85AD-93EEF0A33615}" dt="2025-08-28T23:44:20.592" v="360"/>
          <ac:spMkLst>
            <pc:docMk/>
            <pc:sldMk cId="1485722420" sldId="261"/>
            <ac:spMk id="7" creationId="{8236DFBB-FA16-E9A1-3C13-7CB6A84E20A3}"/>
          </ac:spMkLst>
        </pc:spChg>
        <pc:spChg chg="add del mod">
          <ac:chgData name="Michelle Ahoy" userId="S::19247@sd44.ca::fa3db54d-59ce-4a06-a2c2-93afbe8e60fb" providerId="AD" clId="Web-{EA09E964-9F91-AF74-85AD-93EEF0A33615}" dt="2025-08-28T23:44:58.008" v="365"/>
          <ac:spMkLst>
            <pc:docMk/>
            <pc:sldMk cId="1485722420" sldId="261"/>
            <ac:spMk id="10" creationId="{18665271-194C-9A4F-8ED7-DBBEFE84ED9D}"/>
          </ac:spMkLst>
        </pc:spChg>
        <pc:spChg chg="add">
          <ac:chgData name="Michelle Ahoy" userId="S::19247@sd44.ca::fa3db54d-59ce-4a06-a2c2-93afbe8e60fb" providerId="AD" clId="Web-{EA09E964-9F91-AF74-85AD-93EEF0A33615}" dt="2025-08-28T23:45:08.962" v="368"/>
          <ac:spMkLst>
            <pc:docMk/>
            <pc:sldMk cId="1485722420" sldId="261"/>
            <ac:spMk id="14" creationId="{533BF18B-C8A1-400D-BBBD-6103EC90FE1A}"/>
          </ac:spMkLst>
        </pc:spChg>
        <pc:spChg chg="add">
          <ac:chgData name="Michelle Ahoy" userId="S::19247@sd44.ca::fa3db54d-59ce-4a06-a2c2-93afbe8e60fb" providerId="AD" clId="Web-{EA09E964-9F91-AF74-85AD-93EEF0A33615}" dt="2025-08-28T23:45:08.962" v="368"/>
          <ac:spMkLst>
            <pc:docMk/>
            <pc:sldMk cId="1485722420" sldId="261"/>
            <ac:spMk id="16" creationId="{99413ED5-9ED4-4772-BCE4-2BCAE6B12E35}"/>
          </ac:spMkLst>
        </pc:spChg>
        <pc:spChg chg="add">
          <ac:chgData name="Michelle Ahoy" userId="S::19247@sd44.ca::fa3db54d-59ce-4a06-a2c2-93afbe8e60fb" providerId="AD" clId="Web-{EA09E964-9F91-AF74-85AD-93EEF0A33615}" dt="2025-08-28T23:45:08.962" v="368"/>
          <ac:spMkLst>
            <pc:docMk/>
            <pc:sldMk cId="1485722420" sldId="261"/>
            <ac:spMk id="18" creationId="{04357C93-F0CB-4A1C-8F77-4E9063789819}"/>
          </ac:spMkLst>
        </pc:spChg>
        <pc:spChg chg="add">
          <ac:chgData name="Michelle Ahoy" userId="S::19247@sd44.ca::fa3db54d-59ce-4a06-a2c2-93afbe8e60fb" providerId="AD" clId="Web-{EA09E964-9F91-AF74-85AD-93EEF0A33615}" dt="2025-08-28T23:45:08.962" v="368"/>
          <ac:spMkLst>
            <pc:docMk/>
            <pc:sldMk cId="1485722420" sldId="261"/>
            <ac:spMk id="20" creationId="{90F533E9-6690-41A8-A372-4C6C622D028D}"/>
          </ac:spMkLst>
        </pc:spChg>
        <pc:picChg chg="add mod">
          <ac:chgData name="Michelle Ahoy" userId="S::19247@sd44.ca::fa3db54d-59ce-4a06-a2c2-93afbe8e60fb" providerId="AD" clId="Web-{EA09E964-9F91-AF74-85AD-93EEF0A33615}" dt="2025-08-28T23:45:08.962" v="368"/>
          <ac:picMkLst>
            <pc:docMk/>
            <pc:sldMk cId="1485722420" sldId="261"/>
            <ac:picMk id="3" creationId="{92ED9BA5-02FE-DF8D-C4E6-6F68D15FA1FD}"/>
          </ac:picMkLst>
        </pc:picChg>
        <pc:picChg chg="add mod ord">
          <ac:chgData name="Michelle Ahoy" userId="S::19247@sd44.ca::fa3db54d-59ce-4a06-a2c2-93afbe8e60fb" providerId="AD" clId="Web-{EA09E964-9F91-AF74-85AD-93EEF0A33615}" dt="2025-08-28T23:45:08.962" v="368"/>
          <ac:picMkLst>
            <pc:docMk/>
            <pc:sldMk cId="1485722420" sldId="261"/>
            <ac:picMk id="6" creationId="{0D999979-3924-9FFC-198F-704E30DD325F}"/>
          </ac:picMkLst>
        </pc:picChg>
        <pc:picChg chg="add mod">
          <ac:chgData name="Michelle Ahoy" userId="S::19247@sd44.ca::fa3db54d-59ce-4a06-a2c2-93afbe8e60fb" providerId="AD" clId="Web-{EA09E964-9F91-AF74-85AD-93EEF0A33615}" dt="2025-08-28T23:45:08.962" v="368"/>
          <ac:picMkLst>
            <pc:docMk/>
            <pc:sldMk cId="1485722420" sldId="261"/>
            <ac:picMk id="9" creationId="{9976DE99-8915-CBED-E665-2710DE2EA2F2}"/>
          </ac:picMkLst>
        </pc:picChg>
      </pc:sldChg>
      <pc:sldChg chg="addSp modSp new mod setBg modClrScheme chgLayout">
        <pc:chgData name="Michelle Ahoy" userId="S::19247@sd44.ca::fa3db54d-59ce-4a06-a2c2-93afbe8e60fb" providerId="AD" clId="Web-{EA09E964-9F91-AF74-85AD-93EEF0A33615}" dt="2025-08-28T23:46:53.135" v="454"/>
        <pc:sldMkLst>
          <pc:docMk/>
          <pc:sldMk cId="569980378" sldId="262"/>
        </pc:sldMkLst>
        <pc:spChg chg="mod ord">
          <ac:chgData name="Michelle Ahoy" userId="S::19247@sd44.ca::fa3db54d-59ce-4a06-a2c2-93afbe8e60fb" providerId="AD" clId="Web-{EA09E964-9F91-AF74-85AD-93EEF0A33615}" dt="2025-08-28T23:46:53.135" v="454"/>
          <ac:spMkLst>
            <pc:docMk/>
            <pc:sldMk cId="569980378" sldId="262"/>
            <ac:spMk id="2" creationId="{16FF774C-04C6-7150-E429-B1A1D5307E2C}"/>
          </ac:spMkLst>
        </pc:spChg>
        <pc:spChg chg="add mod ord">
          <ac:chgData name="Michelle Ahoy" userId="S::19247@sd44.ca::fa3db54d-59ce-4a06-a2c2-93afbe8e60fb" providerId="AD" clId="Web-{EA09E964-9F91-AF74-85AD-93EEF0A33615}" dt="2025-08-28T23:46:53.135" v="454"/>
          <ac:spMkLst>
            <pc:docMk/>
            <pc:sldMk cId="569980378" sldId="262"/>
            <ac:spMk id="3" creationId="{9BEDDF3C-DCBF-C18C-1D29-0F291DFFD9CD}"/>
          </ac:spMkLst>
        </pc:spChg>
        <pc:spChg chg="add">
          <ac:chgData name="Michelle Ahoy" userId="S::19247@sd44.ca::fa3db54d-59ce-4a06-a2c2-93afbe8e60fb" providerId="AD" clId="Web-{EA09E964-9F91-AF74-85AD-93EEF0A33615}" dt="2025-08-28T23:46:53.135" v="454"/>
          <ac:spMkLst>
            <pc:docMk/>
            <pc:sldMk cId="569980378" sldId="262"/>
            <ac:spMk id="8" creationId="{4522B21E-B2B9-4C72-9A71-C87EFD137480}"/>
          </ac:spMkLst>
        </pc:spChg>
        <pc:spChg chg="add">
          <ac:chgData name="Michelle Ahoy" userId="S::19247@sd44.ca::fa3db54d-59ce-4a06-a2c2-93afbe8e60fb" providerId="AD" clId="Web-{EA09E964-9F91-AF74-85AD-93EEF0A33615}" dt="2025-08-28T23:46:53.135" v="454"/>
          <ac:spMkLst>
            <pc:docMk/>
            <pc:sldMk cId="569980378" sldId="262"/>
            <ac:spMk id="10" creationId="{5EB7D2A2-F448-44D4-938C-DC84CBCB3B1E}"/>
          </ac:spMkLst>
        </pc:spChg>
        <pc:spChg chg="add">
          <ac:chgData name="Michelle Ahoy" userId="S::19247@sd44.ca::fa3db54d-59ce-4a06-a2c2-93afbe8e60fb" providerId="AD" clId="Web-{EA09E964-9F91-AF74-85AD-93EEF0A33615}" dt="2025-08-28T23:46:53.135" v="454"/>
          <ac:spMkLst>
            <pc:docMk/>
            <pc:sldMk cId="569980378" sldId="262"/>
            <ac:spMk id="12" creationId="{871AEA07-1E14-44B4-8E55-64EF049CD66F}"/>
          </ac:spMkLst>
        </pc:spChg>
        <pc:cxnChg chg="add">
          <ac:chgData name="Michelle Ahoy" userId="S::19247@sd44.ca::fa3db54d-59ce-4a06-a2c2-93afbe8e60fb" providerId="AD" clId="Web-{EA09E964-9F91-AF74-85AD-93EEF0A33615}" dt="2025-08-28T23:46:53.135" v="454"/>
          <ac:cxnSpMkLst>
            <pc:docMk/>
            <pc:sldMk cId="569980378" sldId="262"/>
            <ac:cxnSpMk id="14" creationId="{F7C8EA93-3210-4C62-99E9-153C275E3A87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C71F6-5D48-40F0-96BE-E711866F8E5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BEEF0F-2B16-4D53-9965-E4D7AF3BC55A}">
      <dgm:prSet/>
      <dgm:spPr/>
      <dgm:t>
        <a:bodyPr/>
        <a:lstStyle/>
        <a:p>
          <a:r>
            <a:rPr lang="en-US"/>
            <a:t>Match the computer part with its picture or definition</a:t>
          </a:r>
        </a:p>
      </dgm:t>
    </dgm:pt>
    <dgm:pt modelId="{833D7821-F293-44C1-A8F7-AC3F845A5A90}" type="parTrans" cxnId="{A860D3B9-9B80-414E-A1E3-184CA7AC49F2}">
      <dgm:prSet/>
      <dgm:spPr/>
      <dgm:t>
        <a:bodyPr/>
        <a:lstStyle/>
        <a:p>
          <a:endParaRPr lang="en-US"/>
        </a:p>
      </dgm:t>
    </dgm:pt>
    <dgm:pt modelId="{D70DB80E-FE29-4305-86CC-ED3DAEA3D374}" type="sibTrans" cxnId="{A860D3B9-9B80-414E-A1E3-184CA7AC49F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B27DE82-32AA-4071-9932-4EFFD30591B4}">
      <dgm:prSet/>
      <dgm:spPr/>
      <dgm:t>
        <a:bodyPr/>
        <a:lstStyle/>
        <a:p>
          <a:r>
            <a:rPr lang="en-US"/>
            <a:t>Drag the text boxes to the correct blank spaces</a:t>
          </a:r>
        </a:p>
      </dgm:t>
    </dgm:pt>
    <dgm:pt modelId="{CA82B867-BB13-435A-AF89-290340C5FC7D}" type="parTrans" cxnId="{CCC123C9-10E5-45B2-AFA5-BE242E9DA496}">
      <dgm:prSet/>
      <dgm:spPr/>
      <dgm:t>
        <a:bodyPr/>
        <a:lstStyle/>
        <a:p>
          <a:endParaRPr lang="en-US"/>
        </a:p>
      </dgm:t>
    </dgm:pt>
    <dgm:pt modelId="{4D88A29E-E447-40BB-B171-72C9C306BD1D}" type="sibTrans" cxnId="{CCC123C9-10E5-45B2-AFA5-BE242E9DA49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906F3A5-5F07-4A4F-9CF4-A7AD3C985EEF}">
      <dgm:prSet/>
      <dgm:spPr/>
      <dgm:t>
        <a:bodyPr/>
        <a:lstStyle/>
        <a:p>
          <a:r>
            <a:rPr lang="en-US"/>
            <a:t>Save your PPTX and upload to Teams</a:t>
          </a:r>
        </a:p>
      </dgm:t>
    </dgm:pt>
    <dgm:pt modelId="{7E66172C-848E-43F1-8A3C-7A54043264FE}" type="parTrans" cxnId="{AE33F936-F79E-4DA5-887D-98138069C144}">
      <dgm:prSet/>
      <dgm:spPr/>
      <dgm:t>
        <a:bodyPr/>
        <a:lstStyle/>
        <a:p>
          <a:endParaRPr lang="en-US"/>
        </a:p>
      </dgm:t>
    </dgm:pt>
    <dgm:pt modelId="{19A271D0-8F05-4ECE-B29C-792C1E93D86D}" type="sibTrans" cxnId="{AE33F936-F79E-4DA5-887D-98138069C14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B259741-E627-46A2-A251-CB35EA1FB292}" type="pres">
      <dgm:prSet presAssocID="{C9FC71F6-5D48-40F0-96BE-E711866F8E5D}" presName="Name0" presStyleCnt="0">
        <dgm:presLayoutVars>
          <dgm:animLvl val="lvl"/>
          <dgm:resizeHandles val="exact"/>
        </dgm:presLayoutVars>
      </dgm:prSet>
      <dgm:spPr/>
    </dgm:pt>
    <dgm:pt modelId="{5B4E74FA-6B8A-4108-8829-63D26CE46F06}" type="pres">
      <dgm:prSet presAssocID="{88BEEF0F-2B16-4D53-9965-E4D7AF3BC55A}" presName="compositeNode" presStyleCnt="0">
        <dgm:presLayoutVars>
          <dgm:bulletEnabled val="1"/>
        </dgm:presLayoutVars>
      </dgm:prSet>
      <dgm:spPr/>
    </dgm:pt>
    <dgm:pt modelId="{D84F8577-BC75-4673-8AB5-F412E9B71B7C}" type="pres">
      <dgm:prSet presAssocID="{88BEEF0F-2B16-4D53-9965-E4D7AF3BC55A}" presName="bgRect" presStyleLbl="bgAccFollowNode1" presStyleIdx="0" presStyleCnt="3"/>
      <dgm:spPr/>
    </dgm:pt>
    <dgm:pt modelId="{EEF6C89D-06C1-483D-8AD5-21BD18BAD29F}" type="pres">
      <dgm:prSet presAssocID="{D70DB80E-FE29-4305-86CC-ED3DAEA3D37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DCA7C335-5527-40FF-89CE-B089451701CD}" type="pres">
      <dgm:prSet presAssocID="{88BEEF0F-2B16-4D53-9965-E4D7AF3BC55A}" presName="bottomLine" presStyleLbl="alignNode1" presStyleIdx="1" presStyleCnt="6">
        <dgm:presLayoutVars/>
      </dgm:prSet>
      <dgm:spPr/>
    </dgm:pt>
    <dgm:pt modelId="{D354C765-1032-4551-8088-5CD8565B1501}" type="pres">
      <dgm:prSet presAssocID="{88BEEF0F-2B16-4D53-9965-E4D7AF3BC55A}" presName="nodeText" presStyleLbl="bgAccFollowNode1" presStyleIdx="0" presStyleCnt="3">
        <dgm:presLayoutVars>
          <dgm:bulletEnabled val="1"/>
        </dgm:presLayoutVars>
      </dgm:prSet>
      <dgm:spPr/>
    </dgm:pt>
    <dgm:pt modelId="{37F0403E-02AC-4090-8775-90544CA6E86C}" type="pres">
      <dgm:prSet presAssocID="{D70DB80E-FE29-4305-86CC-ED3DAEA3D374}" presName="sibTrans" presStyleCnt="0"/>
      <dgm:spPr/>
    </dgm:pt>
    <dgm:pt modelId="{B8267EFC-0043-4ECE-A9C0-53366150F3DC}" type="pres">
      <dgm:prSet presAssocID="{8B27DE82-32AA-4071-9932-4EFFD30591B4}" presName="compositeNode" presStyleCnt="0">
        <dgm:presLayoutVars>
          <dgm:bulletEnabled val="1"/>
        </dgm:presLayoutVars>
      </dgm:prSet>
      <dgm:spPr/>
    </dgm:pt>
    <dgm:pt modelId="{FF8EA23D-0609-4AAF-A2DF-3BAF06A93A85}" type="pres">
      <dgm:prSet presAssocID="{8B27DE82-32AA-4071-9932-4EFFD30591B4}" presName="bgRect" presStyleLbl="bgAccFollowNode1" presStyleIdx="1" presStyleCnt="3"/>
      <dgm:spPr/>
    </dgm:pt>
    <dgm:pt modelId="{33AFA4AE-FB06-465E-B77B-4ED404EF8830}" type="pres">
      <dgm:prSet presAssocID="{4D88A29E-E447-40BB-B171-72C9C306BD1D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B2C7FB4-7C93-4A6A-99CB-CF9FF320B218}" type="pres">
      <dgm:prSet presAssocID="{8B27DE82-32AA-4071-9932-4EFFD30591B4}" presName="bottomLine" presStyleLbl="alignNode1" presStyleIdx="3" presStyleCnt="6">
        <dgm:presLayoutVars/>
      </dgm:prSet>
      <dgm:spPr/>
    </dgm:pt>
    <dgm:pt modelId="{EE05AFEE-E15D-4504-BE27-36E8A0489F1B}" type="pres">
      <dgm:prSet presAssocID="{8B27DE82-32AA-4071-9932-4EFFD30591B4}" presName="nodeText" presStyleLbl="bgAccFollowNode1" presStyleIdx="1" presStyleCnt="3">
        <dgm:presLayoutVars>
          <dgm:bulletEnabled val="1"/>
        </dgm:presLayoutVars>
      </dgm:prSet>
      <dgm:spPr/>
    </dgm:pt>
    <dgm:pt modelId="{F68DB3C6-8207-494E-9EBC-C8A5D2B45B59}" type="pres">
      <dgm:prSet presAssocID="{4D88A29E-E447-40BB-B171-72C9C306BD1D}" presName="sibTrans" presStyleCnt="0"/>
      <dgm:spPr/>
    </dgm:pt>
    <dgm:pt modelId="{2D64BFEA-4BFD-453C-B8FC-9E05A07FD12D}" type="pres">
      <dgm:prSet presAssocID="{A906F3A5-5F07-4A4F-9CF4-A7AD3C985EEF}" presName="compositeNode" presStyleCnt="0">
        <dgm:presLayoutVars>
          <dgm:bulletEnabled val="1"/>
        </dgm:presLayoutVars>
      </dgm:prSet>
      <dgm:spPr/>
    </dgm:pt>
    <dgm:pt modelId="{9D33F235-88E7-4B5E-B62B-8D49BF0271C6}" type="pres">
      <dgm:prSet presAssocID="{A906F3A5-5F07-4A4F-9CF4-A7AD3C985EEF}" presName="bgRect" presStyleLbl="bgAccFollowNode1" presStyleIdx="2" presStyleCnt="3"/>
      <dgm:spPr/>
    </dgm:pt>
    <dgm:pt modelId="{3FEF5B76-2CE7-47DB-B266-9DC047B7F071}" type="pres">
      <dgm:prSet presAssocID="{19A271D0-8F05-4ECE-B29C-792C1E93D86D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C88D209A-AA0B-4220-9699-99DC21701BDD}" type="pres">
      <dgm:prSet presAssocID="{A906F3A5-5F07-4A4F-9CF4-A7AD3C985EEF}" presName="bottomLine" presStyleLbl="alignNode1" presStyleIdx="5" presStyleCnt="6">
        <dgm:presLayoutVars/>
      </dgm:prSet>
      <dgm:spPr/>
    </dgm:pt>
    <dgm:pt modelId="{5529B26B-B9F3-4D13-B7F0-2839422C6E3C}" type="pres">
      <dgm:prSet presAssocID="{A906F3A5-5F07-4A4F-9CF4-A7AD3C985EE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B2C4D635-6781-4C82-A4AF-3CA02B7EE790}" type="presOf" srcId="{8B27DE82-32AA-4071-9932-4EFFD30591B4}" destId="{FF8EA23D-0609-4AAF-A2DF-3BAF06A93A85}" srcOrd="0" destOrd="0" presId="urn:microsoft.com/office/officeart/2016/7/layout/BasicLinearProcessNumbered"/>
    <dgm:cxn modelId="{8F5D2136-D3FE-4BC0-86EE-FA53F392DA7B}" type="presOf" srcId="{A906F3A5-5F07-4A4F-9CF4-A7AD3C985EEF}" destId="{9D33F235-88E7-4B5E-B62B-8D49BF0271C6}" srcOrd="0" destOrd="0" presId="urn:microsoft.com/office/officeart/2016/7/layout/BasicLinearProcessNumbered"/>
    <dgm:cxn modelId="{AE33F936-F79E-4DA5-887D-98138069C144}" srcId="{C9FC71F6-5D48-40F0-96BE-E711866F8E5D}" destId="{A906F3A5-5F07-4A4F-9CF4-A7AD3C985EEF}" srcOrd="2" destOrd="0" parTransId="{7E66172C-848E-43F1-8A3C-7A54043264FE}" sibTransId="{19A271D0-8F05-4ECE-B29C-792C1E93D86D}"/>
    <dgm:cxn modelId="{7ED1FB3A-8E3C-4E84-A6E4-190FE8A2BF8C}" type="presOf" srcId="{A906F3A5-5F07-4A4F-9CF4-A7AD3C985EEF}" destId="{5529B26B-B9F3-4D13-B7F0-2839422C6E3C}" srcOrd="1" destOrd="0" presId="urn:microsoft.com/office/officeart/2016/7/layout/BasicLinearProcessNumbered"/>
    <dgm:cxn modelId="{D029D93F-A1F8-4DF0-BF34-5DA268C94929}" type="presOf" srcId="{4D88A29E-E447-40BB-B171-72C9C306BD1D}" destId="{33AFA4AE-FB06-465E-B77B-4ED404EF8830}" srcOrd="0" destOrd="0" presId="urn:microsoft.com/office/officeart/2016/7/layout/BasicLinearProcessNumbered"/>
    <dgm:cxn modelId="{CF35D463-BAC2-4E45-A8A5-5FAEFAF3B6D4}" type="presOf" srcId="{19A271D0-8F05-4ECE-B29C-792C1E93D86D}" destId="{3FEF5B76-2CE7-47DB-B266-9DC047B7F071}" srcOrd="0" destOrd="0" presId="urn:microsoft.com/office/officeart/2016/7/layout/BasicLinearProcessNumbered"/>
    <dgm:cxn modelId="{82020A6A-EB12-43DE-8DE6-220DF3CC3C22}" type="presOf" srcId="{88BEEF0F-2B16-4D53-9965-E4D7AF3BC55A}" destId="{D354C765-1032-4551-8088-5CD8565B1501}" srcOrd="1" destOrd="0" presId="urn:microsoft.com/office/officeart/2016/7/layout/BasicLinearProcessNumbered"/>
    <dgm:cxn modelId="{A860D3B9-9B80-414E-A1E3-184CA7AC49F2}" srcId="{C9FC71F6-5D48-40F0-96BE-E711866F8E5D}" destId="{88BEEF0F-2B16-4D53-9965-E4D7AF3BC55A}" srcOrd="0" destOrd="0" parTransId="{833D7821-F293-44C1-A8F7-AC3F845A5A90}" sibTransId="{D70DB80E-FE29-4305-86CC-ED3DAEA3D374}"/>
    <dgm:cxn modelId="{78D07CC2-337B-49F3-A6A4-704A8EA1AE9C}" type="presOf" srcId="{C9FC71F6-5D48-40F0-96BE-E711866F8E5D}" destId="{7B259741-E627-46A2-A251-CB35EA1FB292}" srcOrd="0" destOrd="0" presId="urn:microsoft.com/office/officeart/2016/7/layout/BasicLinearProcessNumbered"/>
    <dgm:cxn modelId="{CCC123C9-10E5-45B2-AFA5-BE242E9DA496}" srcId="{C9FC71F6-5D48-40F0-96BE-E711866F8E5D}" destId="{8B27DE82-32AA-4071-9932-4EFFD30591B4}" srcOrd="1" destOrd="0" parTransId="{CA82B867-BB13-435A-AF89-290340C5FC7D}" sibTransId="{4D88A29E-E447-40BB-B171-72C9C306BD1D}"/>
    <dgm:cxn modelId="{7A9EFDD0-EC6A-4869-8DF4-7AE3B8A3B05A}" type="presOf" srcId="{8B27DE82-32AA-4071-9932-4EFFD30591B4}" destId="{EE05AFEE-E15D-4504-BE27-36E8A0489F1B}" srcOrd="1" destOrd="0" presId="urn:microsoft.com/office/officeart/2016/7/layout/BasicLinearProcessNumbered"/>
    <dgm:cxn modelId="{4D0DB7E4-E516-490D-90D1-D1E1AE2A151A}" type="presOf" srcId="{D70DB80E-FE29-4305-86CC-ED3DAEA3D374}" destId="{EEF6C89D-06C1-483D-8AD5-21BD18BAD29F}" srcOrd="0" destOrd="0" presId="urn:microsoft.com/office/officeart/2016/7/layout/BasicLinearProcessNumbered"/>
    <dgm:cxn modelId="{E87C85FF-B624-4F0E-93A5-F1FDC6514F58}" type="presOf" srcId="{88BEEF0F-2B16-4D53-9965-E4D7AF3BC55A}" destId="{D84F8577-BC75-4673-8AB5-F412E9B71B7C}" srcOrd="0" destOrd="0" presId="urn:microsoft.com/office/officeart/2016/7/layout/BasicLinearProcessNumbered"/>
    <dgm:cxn modelId="{193720F3-9B98-47BC-8D9D-DB1C6C8D6C50}" type="presParOf" srcId="{7B259741-E627-46A2-A251-CB35EA1FB292}" destId="{5B4E74FA-6B8A-4108-8829-63D26CE46F06}" srcOrd="0" destOrd="0" presId="urn:microsoft.com/office/officeart/2016/7/layout/BasicLinearProcessNumbered"/>
    <dgm:cxn modelId="{AB689490-7B1F-4AAE-9AF7-7D5910E6B684}" type="presParOf" srcId="{5B4E74FA-6B8A-4108-8829-63D26CE46F06}" destId="{D84F8577-BC75-4673-8AB5-F412E9B71B7C}" srcOrd="0" destOrd="0" presId="urn:microsoft.com/office/officeart/2016/7/layout/BasicLinearProcessNumbered"/>
    <dgm:cxn modelId="{FCCE0A5E-F1FE-4BFD-809E-2A41C2D4FD6C}" type="presParOf" srcId="{5B4E74FA-6B8A-4108-8829-63D26CE46F06}" destId="{EEF6C89D-06C1-483D-8AD5-21BD18BAD29F}" srcOrd="1" destOrd="0" presId="urn:microsoft.com/office/officeart/2016/7/layout/BasicLinearProcessNumbered"/>
    <dgm:cxn modelId="{B7CDD784-7CE6-4A92-8510-31350141466B}" type="presParOf" srcId="{5B4E74FA-6B8A-4108-8829-63D26CE46F06}" destId="{DCA7C335-5527-40FF-89CE-B089451701CD}" srcOrd="2" destOrd="0" presId="urn:microsoft.com/office/officeart/2016/7/layout/BasicLinearProcessNumbered"/>
    <dgm:cxn modelId="{104812C6-F7C7-481F-B465-F328750657D9}" type="presParOf" srcId="{5B4E74FA-6B8A-4108-8829-63D26CE46F06}" destId="{D354C765-1032-4551-8088-5CD8565B1501}" srcOrd="3" destOrd="0" presId="urn:microsoft.com/office/officeart/2016/7/layout/BasicLinearProcessNumbered"/>
    <dgm:cxn modelId="{4C38A290-D42C-48A0-92CD-62095DCA7690}" type="presParOf" srcId="{7B259741-E627-46A2-A251-CB35EA1FB292}" destId="{37F0403E-02AC-4090-8775-90544CA6E86C}" srcOrd="1" destOrd="0" presId="urn:microsoft.com/office/officeart/2016/7/layout/BasicLinearProcessNumbered"/>
    <dgm:cxn modelId="{744F2CE7-1591-4710-B5E0-D997D8819DC2}" type="presParOf" srcId="{7B259741-E627-46A2-A251-CB35EA1FB292}" destId="{B8267EFC-0043-4ECE-A9C0-53366150F3DC}" srcOrd="2" destOrd="0" presId="urn:microsoft.com/office/officeart/2016/7/layout/BasicLinearProcessNumbered"/>
    <dgm:cxn modelId="{C4744E22-E4AE-4D1A-8979-48FEBF882508}" type="presParOf" srcId="{B8267EFC-0043-4ECE-A9C0-53366150F3DC}" destId="{FF8EA23D-0609-4AAF-A2DF-3BAF06A93A85}" srcOrd="0" destOrd="0" presId="urn:microsoft.com/office/officeart/2016/7/layout/BasicLinearProcessNumbered"/>
    <dgm:cxn modelId="{9D9616B0-3C41-48EB-A527-83D2E25EA955}" type="presParOf" srcId="{B8267EFC-0043-4ECE-A9C0-53366150F3DC}" destId="{33AFA4AE-FB06-465E-B77B-4ED404EF8830}" srcOrd="1" destOrd="0" presId="urn:microsoft.com/office/officeart/2016/7/layout/BasicLinearProcessNumbered"/>
    <dgm:cxn modelId="{163FD48A-E26F-4418-8A4B-CFC5A5B524ED}" type="presParOf" srcId="{B8267EFC-0043-4ECE-A9C0-53366150F3DC}" destId="{9B2C7FB4-7C93-4A6A-99CB-CF9FF320B218}" srcOrd="2" destOrd="0" presId="urn:microsoft.com/office/officeart/2016/7/layout/BasicLinearProcessNumbered"/>
    <dgm:cxn modelId="{75CF71A7-9BF4-41C1-B517-AEA95A2D677B}" type="presParOf" srcId="{B8267EFC-0043-4ECE-A9C0-53366150F3DC}" destId="{EE05AFEE-E15D-4504-BE27-36E8A0489F1B}" srcOrd="3" destOrd="0" presId="urn:microsoft.com/office/officeart/2016/7/layout/BasicLinearProcessNumbered"/>
    <dgm:cxn modelId="{F9AD5F43-FE30-4881-A0CF-06D57359198B}" type="presParOf" srcId="{7B259741-E627-46A2-A251-CB35EA1FB292}" destId="{F68DB3C6-8207-494E-9EBC-C8A5D2B45B59}" srcOrd="3" destOrd="0" presId="urn:microsoft.com/office/officeart/2016/7/layout/BasicLinearProcessNumbered"/>
    <dgm:cxn modelId="{30199E50-4C48-4D3A-B674-11EB9E3A9005}" type="presParOf" srcId="{7B259741-E627-46A2-A251-CB35EA1FB292}" destId="{2D64BFEA-4BFD-453C-B8FC-9E05A07FD12D}" srcOrd="4" destOrd="0" presId="urn:microsoft.com/office/officeart/2016/7/layout/BasicLinearProcessNumbered"/>
    <dgm:cxn modelId="{88CE0D08-496A-4364-9F51-56AAFA5CC795}" type="presParOf" srcId="{2D64BFEA-4BFD-453C-B8FC-9E05A07FD12D}" destId="{9D33F235-88E7-4B5E-B62B-8D49BF0271C6}" srcOrd="0" destOrd="0" presId="urn:microsoft.com/office/officeart/2016/7/layout/BasicLinearProcessNumbered"/>
    <dgm:cxn modelId="{6E32C8BC-6E92-458E-8D2B-EB3BEB086D69}" type="presParOf" srcId="{2D64BFEA-4BFD-453C-B8FC-9E05A07FD12D}" destId="{3FEF5B76-2CE7-47DB-B266-9DC047B7F071}" srcOrd="1" destOrd="0" presId="urn:microsoft.com/office/officeart/2016/7/layout/BasicLinearProcessNumbered"/>
    <dgm:cxn modelId="{74C417E2-E380-4CED-8E98-5985553C8F39}" type="presParOf" srcId="{2D64BFEA-4BFD-453C-B8FC-9E05A07FD12D}" destId="{C88D209A-AA0B-4220-9699-99DC21701BDD}" srcOrd="2" destOrd="0" presId="urn:microsoft.com/office/officeart/2016/7/layout/BasicLinearProcessNumbered"/>
    <dgm:cxn modelId="{7CB6807D-55DF-486F-979F-2109C5CA6EF2}" type="presParOf" srcId="{2D64BFEA-4BFD-453C-B8FC-9E05A07FD12D}" destId="{5529B26B-B9F3-4D13-B7F0-2839422C6E3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F8577-BC75-4673-8AB5-F412E9B71B7C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Match the computer part with its picture or definition</a:t>
          </a:r>
        </a:p>
      </dsp:txBody>
      <dsp:txXfrm>
        <a:off x="0" y="1653508"/>
        <a:ext cx="3286125" cy="2610802"/>
      </dsp:txXfrm>
    </dsp:sp>
    <dsp:sp modelId="{EEF6C89D-06C1-483D-8AD5-21BD18BAD29F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DCA7C335-5527-40FF-89CE-B089451701CD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EA23D-0609-4AAF-A2DF-3BAF06A93A85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Drag the text boxes to the correct blank spaces</a:t>
          </a:r>
        </a:p>
      </dsp:txBody>
      <dsp:txXfrm>
        <a:off x="3614737" y="1653508"/>
        <a:ext cx="3286125" cy="2610802"/>
      </dsp:txXfrm>
    </dsp:sp>
    <dsp:sp modelId="{33AFA4AE-FB06-465E-B77B-4ED404EF8830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9B2C7FB4-7C93-4A6A-99CB-CF9FF320B218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3F235-88E7-4B5E-B62B-8D49BF0271C6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Save your PPTX and upload to Teams</a:t>
          </a:r>
        </a:p>
      </dsp:txBody>
      <dsp:txXfrm>
        <a:off x="7229475" y="1653508"/>
        <a:ext cx="3286125" cy="2610802"/>
      </dsp:txXfrm>
    </dsp:sp>
    <dsp:sp modelId="{3FEF5B76-2CE7-47DB-B266-9DC047B7F071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C88D209A-AA0B-4220-9699-99DC21701BDD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2DB94-CB24-4D99-9FED-8405297E540C}" type="datetimeFigureOut">
              <a:t>2025-08-28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046F7-3428-4D6E-9760-CC3ACC279C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3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Label each device with 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Mouse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Microphone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Keyboard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046F7-3428-4D6E-9760-CC3ACC279C9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1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Label each image with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- Monitor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- Printer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- Speakers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046F7-3428-4D6E-9760-CC3ACC279C9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36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Label the following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CPU (Processor)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RAM (Memory)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Hard Drive /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046F7-3428-4D6E-9760-CC3ACC279C9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19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Label the following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- Tower (Systems Unit)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USB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Ethernet/network cable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046F7-3428-4D6E-9760-CC3ACC279C99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3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commons.wikimedia.org/wiki/File:Hard_Drive_(11644419853).jp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hyperlink" Target="http://www.pngall.com/ram-png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USB_flash_drive" TargetMode="External"/><Relationship Id="rId3" Type="http://schemas.openxmlformats.org/officeDocument/2006/relationships/image" Target="../media/image18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superuser.com/questions/1024548/plug-an-ethernet-cable-into-this-computer-with-no-connections-are-available" TargetMode="External"/><Relationship Id="rId5" Type="http://schemas.openxmlformats.org/officeDocument/2006/relationships/image" Target="../media/image19.jpeg"/><Relationship Id="rId4" Type="http://schemas.openxmlformats.org/officeDocument/2006/relationships/hyperlink" Target="https://www.oceweb.it/blog/2019/06/aerocool-cylon-midi-tower-black-computer-case-computer-cases-midi-tower-pc-steel-atxmicro-atxmini-itx-black-gaming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dirty="0"/>
              <a:t>Mystery Match!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ICT 8 Lesson 1.3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A group of magnifying glass on a yellow background&#10;&#10;AI-generated content may be incorrect.">
            <a:extLst>
              <a:ext uri="{FF2B5EF4-FFF2-40B4-BE49-F238E27FC236}">
                <a16:creationId xmlns:a16="http://schemas.microsoft.com/office/drawing/2014/main" id="{731D8529-3320-104B-38EC-55D4A435A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86" r="12964" b="-1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0B9420-41F8-6CFE-A2BF-23698A24F6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182" r="9085" b="190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FD0CB-0C87-3133-AE1F-2DAC67F3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Instructions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794FA5-715E-E1C7-7713-A1EB9B57F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643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285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60BB7-2444-2FB0-7FBD-2779F379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933" y="3827844"/>
            <a:ext cx="6766405" cy="1168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E"/>
                </a:solidFill>
              </a:rPr>
              <a:t>Input Devices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Radio microphone with solid fill">
            <a:extLst>
              <a:ext uri="{FF2B5EF4-FFF2-40B4-BE49-F238E27FC236}">
                <a16:creationId xmlns:a16="http://schemas.microsoft.com/office/drawing/2014/main" id="{6C275863-D8A9-925C-8FBC-C8F654A73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133" y="1876659"/>
            <a:ext cx="2972955" cy="2972955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pic>
        <p:nvPicPr>
          <p:cNvPr id="5" name="Graphic 4" descr="Mouse with solid fill">
            <a:extLst>
              <a:ext uri="{FF2B5EF4-FFF2-40B4-BE49-F238E27FC236}">
                <a16:creationId xmlns:a16="http://schemas.microsoft.com/office/drawing/2014/main" id="{5C77C1EA-6115-5A27-33B9-1AF73786C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980" y="133707"/>
            <a:ext cx="2488039" cy="2488039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Keyboard with solid fill">
            <a:extLst>
              <a:ext uri="{FF2B5EF4-FFF2-40B4-BE49-F238E27FC236}">
                <a16:creationId xmlns:a16="http://schemas.microsoft.com/office/drawing/2014/main" id="{72CF1A60-6592-E6AC-FE73-9B2B59FB7C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2995" y="407063"/>
            <a:ext cx="2378947" cy="237894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2143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11B97A-2FB0-4625-8C2E-CDCB1AF6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B4590-186F-1856-CC2E-4361BF34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32" y="3801738"/>
            <a:ext cx="10071536" cy="929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Output devices</a:t>
            </a:r>
          </a:p>
        </p:txBody>
      </p:sp>
      <p:pic>
        <p:nvPicPr>
          <p:cNvPr id="3" name="Graphic 2" descr="Monitor with solid fill">
            <a:extLst>
              <a:ext uri="{FF2B5EF4-FFF2-40B4-BE49-F238E27FC236}">
                <a16:creationId xmlns:a16="http://schemas.microsoft.com/office/drawing/2014/main" id="{FC934415-C364-F697-57E9-3C98ACD24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9287" y="772621"/>
            <a:ext cx="2743200" cy="2743200"/>
          </a:xfrm>
          <a:prstGeom prst="rect">
            <a:avLst/>
          </a:prstGeom>
        </p:spPr>
      </p:pic>
      <p:pic>
        <p:nvPicPr>
          <p:cNvPr id="4" name="Graphic 3" descr="Printer with solid fill">
            <a:extLst>
              <a:ext uri="{FF2B5EF4-FFF2-40B4-BE49-F238E27FC236}">
                <a16:creationId xmlns:a16="http://schemas.microsoft.com/office/drawing/2014/main" id="{C2E5B8F7-4DEA-2A27-63CD-9C8B101A4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2088" y="772621"/>
            <a:ext cx="2743200" cy="2743200"/>
          </a:xfrm>
          <a:prstGeom prst="rect">
            <a:avLst/>
          </a:prstGeom>
        </p:spPr>
      </p:pic>
      <p:pic>
        <p:nvPicPr>
          <p:cNvPr id="5" name="Graphic 4" descr="Speakers outline">
            <a:extLst>
              <a:ext uri="{FF2B5EF4-FFF2-40B4-BE49-F238E27FC236}">
                <a16:creationId xmlns:a16="http://schemas.microsoft.com/office/drawing/2014/main" id="{C54FAFDA-F44A-80BE-C92A-566D683F13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90779" y="772621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42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67F378D-A000-47AE-83B2-D9954D8C9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8E26863-5660-4928-984A-CA2CFC8F6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647" y="746626"/>
            <a:ext cx="3508037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D7538F2A-6532-4E38-8354-21841BB0B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0065" y="580586"/>
            <a:ext cx="1027015" cy="258262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2F31131-35FC-4834-8E62-1D9DA3BE2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4148" y="746626"/>
            <a:ext cx="3508037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7AD7F70-85A5-463C-9B1F-3182B60F8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570" y="746626"/>
            <a:ext cx="3511296" cy="336547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E5F002A4-1B0E-473E-AD7B-8346FB83B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22924" y="2300232"/>
            <a:ext cx="1027015" cy="258262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13AF7514-9DD7-4ADB-84DF-5D8B61E73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919" y="4298302"/>
            <a:ext cx="12192000" cy="2559698"/>
          </a:xfrm>
          <a:custGeom>
            <a:avLst/>
            <a:gdLst>
              <a:gd name="connsiteX0" fmla="*/ 1462415 w 12192000"/>
              <a:gd name="connsiteY0" fmla="*/ 0 h 2685062"/>
              <a:gd name="connsiteX1" fmla="*/ 1494432 w 12192000"/>
              <a:gd name="connsiteY1" fmla="*/ 2457 h 2685062"/>
              <a:gd name="connsiteX2" fmla="*/ 1523667 w 12192000"/>
              <a:gd name="connsiteY2" fmla="*/ 11778 h 2685062"/>
              <a:gd name="connsiteX3" fmla="*/ 1523067 w 12192000"/>
              <a:gd name="connsiteY3" fmla="*/ 14207 h 2685062"/>
              <a:gd name="connsiteX4" fmla="*/ 1527695 w 12192000"/>
              <a:gd name="connsiteY4" fmla="*/ 15715 h 2685062"/>
              <a:gd name="connsiteX5" fmla="*/ 1532258 w 12192000"/>
              <a:gd name="connsiteY5" fmla="*/ 14518 h 2685062"/>
              <a:gd name="connsiteX6" fmla="*/ 1537796 w 12192000"/>
              <a:gd name="connsiteY6" fmla="*/ 16283 h 2685062"/>
              <a:gd name="connsiteX7" fmla="*/ 1553041 w 12192000"/>
              <a:gd name="connsiteY7" fmla="*/ 20452 h 2685062"/>
              <a:gd name="connsiteX8" fmla="*/ 1557495 w 12192000"/>
              <a:gd name="connsiteY8" fmla="*/ 25861 h 2685062"/>
              <a:gd name="connsiteX9" fmla="*/ 1617448 w 12192000"/>
              <a:gd name="connsiteY9" fmla="*/ 40977 h 2685062"/>
              <a:gd name="connsiteX10" fmla="*/ 1636697 w 12192000"/>
              <a:gd name="connsiteY10" fmla="*/ 39108 h 2685062"/>
              <a:gd name="connsiteX11" fmla="*/ 1657286 w 12192000"/>
              <a:gd name="connsiteY11" fmla="*/ 49000 h 2685062"/>
              <a:gd name="connsiteX12" fmla="*/ 1719191 w 12192000"/>
              <a:gd name="connsiteY12" fmla="*/ 56920 h 2685062"/>
              <a:gd name="connsiteX13" fmla="*/ 1787126 w 12192000"/>
              <a:gd name="connsiteY13" fmla="*/ 71960 h 2685062"/>
              <a:gd name="connsiteX14" fmla="*/ 1834555 w 12192000"/>
              <a:gd name="connsiteY14" fmla="*/ 86590 h 2685062"/>
              <a:gd name="connsiteX15" fmla="*/ 1966070 w 12192000"/>
              <a:gd name="connsiteY15" fmla="*/ 103987 h 2685062"/>
              <a:gd name="connsiteX16" fmla="*/ 2188582 w 12192000"/>
              <a:gd name="connsiteY16" fmla="*/ 124532 h 2685062"/>
              <a:gd name="connsiteX17" fmla="*/ 2234811 w 12192000"/>
              <a:gd name="connsiteY17" fmla="*/ 130739 h 2685062"/>
              <a:gd name="connsiteX18" fmla="*/ 2270005 w 12192000"/>
              <a:gd name="connsiteY18" fmla="*/ 143358 h 2685062"/>
              <a:gd name="connsiteX19" fmla="*/ 2274208 w 12192000"/>
              <a:gd name="connsiteY19" fmla="*/ 152634 h 2685062"/>
              <a:gd name="connsiteX20" fmla="*/ 2298905 w 12192000"/>
              <a:gd name="connsiteY20" fmla="*/ 157215 h 2685062"/>
              <a:gd name="connsiteX21" fmla="*/ 2304521 w 12192000"/>
              <a:gd name="connsiteY21" fmla="*/ 159957 h 2685062"/>
              <a:gd name="connsiteX22" fmla="*/ 2337696 w 12192000"/>
              <a:gd name="connsiteY22" fmla="*/ 174150 h 2685062"/>
              <a:gd name="connsiteX23" fmla="*/ 2432112 w 12192000"/>
              <a:gd name="connsiteY23" fmla="*/ 166646 h 2685062"/>
              <a:gd name="connsiteX24" fmla="*/ 2500149 w 12192000"/>
              <a:gd name="connsiteY24" fmla="*/ 168723 h 2685062"/>
              <a:gd name="connsiteX25" fmla="*/ 2504776 w 12192000"/>
              <a:gd name="connsiteY25" fmla="*/ 171455 h 2685062"/>
              <a:gd name="connsiteX26" fmla="*/ 2507358 w 12192000"/>
              <a:gd name="connsiteY26" fmla="*/ 177677 h 2685062"/>
              <a:gd name="connsiteX27" fmla="*/ 2518847 w 12192000"/>
              <a:gd name="connsiteY27" fmla="*/ 180936 h 2685062"/>
              <a:gd name="connsiteX28" fmla="*/ 2528864 w 12192000"/>
              <a:gd name="connsiteY28" fmla="*/ 188517 h 2685062"/>
              <a:gd name="connsiteX29" fmla="*/ 2938613 w 12192000"/>
              <a:gd name="connsiteY29" fmla="*/ 248764 h 2685062"/>
              <a:gd name="connsiteX30" fmla="*/ 3132513 w 12192000"/>
              <a:gd name="connsiteY30" fmla="*/ 229282 h 2685062"/>
              <a:gd name="connsiteX31" fmla="*/ 3208657 w 12192000"/>
              <a:gd name="connsiteY31" fmla="*/ 230814 h 2685062"/>
              <a:gd name="connsiteX32" fmla="*/ 3217904 w 12192000"/>
              <a:gd name="connsiteY32" fmla="*/ 237375 h 2685062"/>
              <a:gd name="connsiteX33" fmla="*/ 3330150 w 12192000"/>
              <a:gd name="connsiteY33" fmla="*/ 214762 h 2685062"/>
              <a:gd name="connsiteX34" fmla="*/ 3480527 w 12192000"/>
              <a:gd name="connsiteY34" fmla="*/ 231960 h 2685062"/>
              <a:gd name="connsiteX35" fmla="*/ 3591806 w 12192000"/>
              <a:gd name="connsiteY35" fmla="*/ 253003 h 2685062"/>
              <a:gd name="connsiteX36" fmla="*/ 3655143 w 12192000"/>
              <a:gd name="connsiteY36" fmla="*/ 261318 h 2685062"/>
              <a:gd name="connsiteX37" fmla="*/ 3700191 w 12192000"/>
              <a:gd name="connsiteY37" fmla="*/ 271235 h 2685062"/>
              <a:gd name="connsiteX38" fmla="*/ 3820459 w 12192000"/>
              <a:gd name="connsiteY38" fmla="*/ 275675 h 2685062"/>
              <a:gd name="connsiteX39" fmla="*/ 4022158 w 12192000"/>
              <a:gd name="connsiteY39" fmla="*/ 274341 h 2685062"/>
              <a:gd name="connsiteX40" fmla="*/ 4164508 w 12192000"/>
              <a:gd name="connsiteY40" fmla="*/ 309117 h 2685062"/>
              <a:gd name="connsiteX41" fmla="*/ 4246843 w 12192000"/>
              <a:gd name="connsiteY41" fmla="*/ 292417 h 2685062"/>
              <a:gd name="connsiteX42" fmla="*/ 4337133 w 12192000"/>
              <a:gd name="connsiteY42" fmla="*/ 304707 h 2685062"/>
              <a:gd name="connsiteX43" fmla="*/ 4696109 w 12192000"/>
              <a:gd name="connsiteY43" fmla="*/ 300060 h 2685062"/>
              <a:gd name="connsiteX44" fmla="*/ 4928090 w 12192000"/>
              <a:gd name="connsiteY44" fmla="*/ 291457 h 2685062"/>
              <a:gd name="connsiteX45" fmla="*/ 4960316 w 12192000"/>
              <a:gd name="connsiteY45" fmla="*/ 287841 h 2685062"/>
              <a:gd name="connsiteX46" fmla="*/ 4960840 w 12192000"/>
              <a:gd name="connsiteY46" fmla="*/ 285406 h 2685062"/>
              <a:gd name="connsiteX47" fmla="*/ 4965958 w 12192000"/>
              <a:gd name="connsiteY47" fmla="*/ 284802 h 2685062"/>
              <a:gd name="connsiteX48" fmla="*/ 4969785 w 12192000"/>
              <a:gd name="connsiteY48" fmla="*/ 286778 h 2685062"/>
              <a:gd name="connsiteX49" fmla="*/ 4975889 w 12192000"/>
              <a:gd name="connsiteY49" fmla="*/ 286093 h 2685062"/>
              <a:gd name="connsiteX50" fmla="*/ 4992382 w 12192000"/>
              <a:gd name="connsiteY50" fmla="*/ 284871 h 2685062"/>
              <a:gd name="connsiteX51" fmla="*/ 4999094 w 12192000"/>
              <a:gd name="connsiteY51" fmla="*/ 280499 h 2685062"/>
              <a:gd name="connsiteX52" fmla="*/ 5080965 w 12192000"/>
              <a:gd name="connsiteY52" fmla="*/ 282208 h 2685062"/>
              <a:gd name="connsiteX53" fmla="*/ 5105166 w 12192000"/>
              <a:gd name="connsiteY53" fmla="*/ 276473 h 2685062"/>
              <a:gd name="connsiteX54" fmla="*/ 5168054 w 12192000"/>
              <a:gd name="connsiteY54" fmla="*/ 280137 h 2685062"/>
              <a:gd name="connsiteX55" fmla="*/ 5239940 w 12192000"/>
              <a:gd name="connsiteY55" fmla="*/ 278079 h 2685062"/>
              <a:gd name="connsiteX56" fmla="*/ 5291998 w 12192000"/>
              <a:gd name="connsiteY56" fmla="*/ 272685 h 2685062"/>
              <a:gd name="connsiteX57" fmla="*/ 5425861 w 12192000"/>
              <a:gd name="connsiteY57" fmla="*/ 279926 h 2685062"/>
              <a:gd name="connsiteX58" fmla="*/ 5648321 w 12192000"/>
              <a:gd name="connsiteY58" fmla="*/ 300693 h 2685062"/>
              <a:gd name="connsiteX59" fmla="*/ 5695414 w 12192000"/>
              <a:gd name="connsiteY59" fmla="*/ 303150 h 2685062"/>
              <a:gd name="connsiteX60" fmla="*/ 5743064 w 12192000"/>
              <a:gd name="connsiteY60" fmla="*/ 289335 h 2685062"/>
              <a:gd name="connsiteX61" fmla="*/ 5768797 w 12192000"/>
              <a:gd name="connsiteY61" fmla="*/ 289436 h 2685062"/>
              <a:gd name="connsiteX62" fmla="*/ 5775419 w 12192000"/>
              <a:gd name="connsiteY62" fmla="*/ 287831 h 2685062"/>
              <a:gd name="connsiteX63" fmla="*/ 5813624 w 12192000"/>
              <a:gd name="connsiteY63" fmla="*/ 280263 h 2685062"/>
              <a:gd name="connsiteX64" fmla="*/ 5900676 w 12192000"/>
              <a:gd name="connsiteY64" fmla="*/ 304615 h 2685062"/>
              <a:gd name="connsiteX65" fmla="*/ 5966795 w 12192000"/>
              <a:gd name="connsiteY65" fmla="*/ 314993 h 2685062"/>
              <a:gd name="connsiteX66" fmla="*/ 5972463 w 12192000"/>
              <a:gd name="connsiteY66" fmla="*/ 313217 h 2685062"/>
              <a:gd name="connsiteX67" fmla="*/ 5977754 w 12192000"/>
              <a:gd name="connsiteY67" fmla="*/ 307726 h 2685062"/>
              <a:gd name="connsiteX68" fmla="*/ 5990232 w 12192000"/>
              <a:gd name="connsiteY68" fmla="*/ 306694 h 2685062"/>
              <a:gd name="connsiteX69" fmla="*/ 6003260 w 12192000"/>
              <a:gd name="connsiteY69" fmla="*/ 301250 h 2685062"/>
              <a:gd name="connsiteX70" fmla="*/ 6398655 w 12192000"/>
              <a:gd name="connsiteY70" fmla="*/ 340447 h 2685062"/>
              <a:gd name="connsiteX71" fmla="*/ 6477250 w 12192000"/>
              <a:gd name="connsiteY71" fmla="*/ 370643 h 2685062"/>
              <a:gd name="connsiteX72" fmla="*/ 6599996 w 12192000"/>
              <a:gd name="connsiteY72" fmla="*/ 371929 h 2685062"/>
              <a:gd name="connsiteX73" fmla="*/ 6673632 w 12192000"/>
              <a:gd name="connsiteY73" fmla="*/ 384303 h 2685062"/>
              <a:gd name="connsiteX74" fmla="*/ 6685461 w 12192000"/>
              <a:gd name="connsiteY74" fmla="*/ 379698 h 2685062"/>
              <a:gd name="connsiteX75" fmla="*/ 6782761 w 12192000"/>
              <a:gd name="connsiteY75" fmla="*/ 421766 h 2685062"/>
              <a:gd name="connsiteX76" fmla="*/ 6934599 w 12192000"/>
              <a:gd name="connsiteY76" fmla="*/ 432626 h 2685062"/>
              <a:gd name="connsiteX77" fmla="*/ 7050728 w 12192000"/>
              <a:gd name="connsiteY77" fmla="*/ 432695 h 2685062"/>
              <a:gd name="connsiteX78" fmla="*/ 7115167 w 12192000"/>
              <a:gd name="connsiteY78" fmla="*/ 436243 h 2685062"/>
              <a:gd name="connsiteX79" fmla="*/ 7162809 w 12192000"/>
              <a:gd name="connsiteY79" fmla="*/ 434931 h 2685062"/>
              <a:gd name="connsiteX80" fmla="*/ 7280034 w 12192000"/>
              <a:gd name="connsiteY80" fmla="*/ 452539 h 2685062"/>
              <a:gd name="connsiteX81" fmla="*/ 7472654 w 12192000"/>
              <a:gd name="connsiteY81" fmla="*/ 490482 h 2685062"/>
              <a:gd name="connsiteX82" fmla="*/ 7696080 w 12192000"/>
              <a:gd name="connsiteY82" fmla="*/ 514010 h 2685062"/>
              <a:gd name="connsiteX83" fmla="*/ 7788139 w 12192000"/>
              <a:gd name="connsiteY83" fmla="*/ 518649 h 2685062"/>
              <a:gd name="connsiteX84" fmla="*/ 8227756 w 12192000"/>
              <a:gd name="connsiteY84" fmla="*/ 558548 h 2685062"/>
              <a:gd name="connsiteX85" fmla="*/ 8328859 w 12192000"/>
              <a:gd name="connsiteY85" fmla="*/ 582867 h 2685062"/>
              <a:gd name="connsiteX86" fmla="*/ 8532898 w 12192000"/>
              <a:gd name="connsiteY86" fmla="*/ 668282 h 2685062"/>
              <a:gd name="connsiteX87" fmla="*/ 8792925 w 12192000"/>
              <a:gd name="connsiteY87" fmla="*/ 701900 h 2685062"/>
              <a:gd name="connsiteX88" fmla="*/ 8809491 w 12192000"/>
              <a:gd name="connsiteY88" fmla="*/ 717262 h 2685062"/>
              <a:gd name="connsiteX89" fmla="*/ 8814066 w 12192000"/>
              <a:gd name="connsiteY89" fmla="*/ 719410 h 2685062"/>
              <a:gd name="connsiteX90" fmla="*/ 8815751 w 12192000"/>
              <a:gd name="connsiteY90" fmla="*/ 718686 h 2685062"/>
              <a:gd name="connsiteX91" fmla="*/ 8840540 w 12192000"/>
              <a:gd name="connsiteY91" fmla="*/ 717083 h 2685062"/>
              <a:gd name="connsiteX92" fmla="*/ 8897062 w 12192000"/>
              <a:gd name="connsiteY92" fmla="*/ 697553 h 2685062"/>
              <a:gd name="connsiteX93" fmla="*/ 8965922 w 12192000"/>
              <a:gd name="connsiteY93" fmla="*/ 672885 h 2685062"/>
              <a:gd name="connsiteX94" fmla="*/ 9016694 w 12192000"/>
              <a:gd name="connsiteY94" fmla="*/ 669496 h 2685062"/>
              <a:gd name="connsiteX95" fmla="*/ 9139695 w 12192000"/>
              <a:gd name="connsiteY95" fmla="*/ 648174 h 2685062"/>
              <a:gd name="connsiteX96" fmla="*/ 9219129 w 12192000"/>
              <a:gd name="connsiteY96" fmla="*/ 639013 h 2685062"/>
              <a:gd name="connsiteX97" fmla="*/ 9221354 w 12192000"/>
              <a:gd name="connsiteY97" fmla="*/ 638501 h 2685062"/>
              <a:gd name="connsiteX98" fmla="*/ 9237592 w 12192000"/>
              <a:gd name="connsiteY98" fmla="*/ 642494 h 2685062"/>
              <a:gd name="connsiteX99" fmla="*/ 9236570 w 12192000"/>
              <a:gd name="connsiteY99" fmla="*/ 648762 h 2685062"/>
              <a:gd name="connsiteX100" fmla="*/ 9250521 w 12192000"/>
              <a:gd name="connsiteY100" fmla="*/ 654041 h 2685062"/>
              <a:gd name="connsiteX101" fmla="*/ 9279357 w 12192000"/>
              <a:gd name="connsiteY101" fmla="*/ 653083 h 2685062"/>
              <a:gd name="connsiteX102" fmla="*/ 9289731 w 12192000"/>
              <a:gd name="connsiteY102" fmla="*/ 656356 h 2685062"/>
              <a:gd name="connsiteX103" fmla="*/ 9293723 w 12192000"/>
              <a:gd name="connsiteY103" fmla="*/ 656237 h 2685062"/>
              <a:gd name="connsiteX104" fmla="*/ 9303097 w 12192000"/>
              <a:gd name="connsiteY104" fmla="*/ 656723 h 2685062"/>
              <a:gd name="connsiteX105" fmla="*/ 9302251 w 12192000"/>
              <a:gd name="connsiteY105" fmla="*/ 652725 h 2685062"/>
              <a:gd name="connsiteX106" fmla="*/ 9314122 w 12192000"/>
              <a:gd name="connsiteY106" fmla="*/ 645860 h 2685062"/>
              <a:gd name="connsiteX107" fmla="*/ 9367772 w 12192000"/>
              <a:gd name="connsiteY107" fmla="*/ 650683 h 2685062"/>
              <a:gd name="connsiteX108" fmla="*/ 9370291 w 12192000"/>
              <a:gd name="connsiteY108" fmla="*/ 655264 h 2685062"/>
              <a:gd name="connsiteX109" fmla="*/ 9377007 w 12192000"/>
              <a:gd name="connsiteY109" fmla="*/ 656308 h 2685062"/>
              <a:gd name="connsiteX110" fmla="*/ 9382497 w 12192000"/>
              <a:gd name="connsiteY110" fmla="*/ 652427 h 2685062"/>
              <a:gd name="connsiteX111" fmla="*/ 9474013 w 12192000"/>
              <a:gd name="connsiteY111" fmla="*/ 647005 h 2685062"/>
              <a:gd name="connsiteX112" fmla="*/ 9595899 w 12192000"/>
              <a:gd name="connsiteY112" fmla="*/ 646979 h 2685062"/>
              <a:gd name="connsiteX113" fmla="*/ 9681269 w 12192000"/>
              <a:gd name="connsiteY113" fmla="*/ 669984 h 2685062"/>
              <a:gd name="connsiteX114" fmla="*/ 9689635 w 12192000"/>
              <a:gd name="connsiteY114" fmla="*/ 666408 h 2685062"/>
              <a:gd name="connsiteX115" fmla="*/ 9750215 w 12192000"/>
              <a:gd name="connsiteY115" fmla="*/ 671056 h 2685062"/>
              <a:gd name="connsiteX116" fmla="*/ 9957974 w 12192000"/>
              <a:gd name="connsiteY116" fmla="*/ 715080 h 2685062"/>
              <a:gd name="connsiteX117" fmla="*/ 10076482 w 12192000"/>
              <a:gd name="connsiteY117" fmla="*/ 723397 h 2685062"/>
              <a:gd name="connsiteX118" fmla="*/ 10119263 w 12192000"/>
              <a:gd name="connsiteY118" fmla="*/ 721877 h 2685062"/>
              <a:gd name="connsiteX119" fmla="*/ 10190893 w 12192000"/>
              <a:gd name="connsiteY119" fmla="*/ 719606 h 2685062"/>
              <a:gd name="connsiteX120" fmla="*/ 10246203 w 12192000"/>
              <a:gd name="connsiteY120" fmla="*/ 706893 h 2685062"/>
              <a:gd name="connsiteX121" fmla="*/ 10305396 w 12192000"/>
              <a:gd name="connsiteY121" fmla="*/ 709359 h 2685062"/>
              <a:gd name="connsiteX122" fmla="*/ 10316856 w 12192000"/>
              <a:gd name="connsiteY122" fmla="*/ 724179 h 2685062"/>
              <a:gd name="connsiteX123" fmla="*/ 10380919 w 12192000"/>
              <a:gd name="connsiteY123" fmla="*/ 722193 h 2685062"/>
              <a:gd name="connsiteX124" fmla="*/ 10478351 w 12192000"/>
              <a:gd name="connsiteY124" fmla="*/ 717620 h 2685062"/>
              <a:gd name="connsiteX125" fmla="*/ 10533954 w 12192000"/>
              <a:gd name="connsiteY125" fmla="*/ 718660 h 2685062"/>
              <a:gd name="connsiteX126" fmla="*/ 10686474 w 12192000"/>
              <a:gd name="connsiteY126" fmla="*/ 717507 h 2685062"/>
              <a:gd name="connsiteX127" fmla="*/ 10839729 w 12192000"/>
              <a:gd name="connsiteY127" fmla="*/ 713306 h 2685062"/>
              <a:gd name="connsiteX128" fmla="*/ 10933271 w 12192000"/>
              <a:gd name="connsiteY128" fmla="*/ 693628 h 2685062"/>
              <a:gd name="connsiteX129" fmla="*/ 11058950 w 12192000"/>
              <a:gd name="connsiteY129" fmla="*/ 692031 h 2685062"/>
              <a:gd name="connsiteX130" fmla="*/ 11080388 w 12192000"/>
              <a:gd name="connsiteY130" fmla="*/ 689245 h 2685062"/>
              <a:gd name="connsiteX131" fmla="*/ 11108911 w 12192000"/>
              <a:gd name="connsiteY131" fmla="*/ 693363 h 2685062"/>
              <a:gd name="connsiteX132" fmla="*/ 11223119 w 12192000"/>
              <a:gd name="connsiteY132" fmla="*/ 710661 h 2685062"/>
              <a:gd name="connsiteX133" fmla="*/ 11311983 w 12192000"/>
              <a:gd name="connsiteY133" fmla="*/ 731410 h 2685062"/>
              <a:gd name="connsiteX134" fmla="*/ 11426940 w 12192000"/>
              <a:gd name="connsiteY134" fmla="*/ 727340 h 2685062"/>
              <a:gd name="connsiteX135" fmla="*/ 11495624 w 12192000"/>
              <a:gd name="connsiteY135" fmla="*/ 734858 h 2685062"/>
              <a:gd name="connsiteX136" fmla="*/ 11605975 w 12192000"/>
              <a:gd name="connsiteY136" fmla="*/ 762433 h 2685062"/>
              <a:gd name="connsiteX137" fmla="*/ 11756134 w 12192000"/>
              <a:gd name="connsiteY137" fmla="*/ 765012 h 2685062"/>
              <a:gd name="connsiteX138" fmla="*/ 11789788 w 12192000"/>
              <a:gd name="connsiteY138" fmla="*/ 745316 h 2685062"/>
              <a:gd name="connsiteX139" fmla="*/ 11832833 w 12192000"/>
              <a:gd name="connsiteY139" fmla="*/ 734720 h 2685062"/>
              <a:gd name="connsiteX140" fmla="*/ 11846338 w 12192000"/>
              <a:gd name="connsiteY140" fmla="*/ 765994 h 2685062"/>
              <a:gd name="connsiteX141" fmla="*/ 11972492 w 12192000"/>
              <a:gd name="connsiteY141" fmla="*/ 796180 h 2685062"/>
              <a:gd name="connsiteX142" fmla="*/ 12035979 w 12192000"/>
              <a:gd name="connsiteY142" fmla="*/ 807835 h 2685062"/>
              <a:gd name="connsiteX143" fmla="*/ 12135850 w 12192000"/>
              <a:gd name="connsiteY143" fmla="*/ 819056 h 2685062"/>
              <a:gd name="connsiteX144" fmla="*/ 12166092 w 12192000"/>
              <a:gd name="connsiteY144" fmla="*/ 823695 h 2685062"/>
              <a:gd name="connsiteX145" fmla="*/ 12190645 w 12192000"/>
              <a:gd name="connsiteY145" fmla="*/ 826863 h 2685062"/>
              <a:gd name="connsiteX146" fmla="*/ 12192000 w 12192000"/>
              <a:gd name="connsiteY146" fmla="*/ 880762 h 2685062"/>
              <a:gd name="connsiteX147" fmla="*/ 12192000 w 12192000"/>
              <a:gd name="connsiteY147" fmla="*/ 2685062 h 2685062"/>
              <a:gd name="connsiteX148" fmla="*/ 0 w 12192000"/>
              <a:gd name="connsiteY148" fmla="*/ 2685062 h 2685062"/>
              <a:gd name="connsiteX149" fmla="*/ 0 w 12192000"/>
              <a:gd name="connsiteY149" fmla="*/ 283917 h 2685062"/>
              <a:gd name="connsiteX150" fmla="*/ 44213 w 12192000"/>
              <a:gd name="connsiteY150" fmla="*/ 302297 h 2685062"/>
              <a:gd name="connsiteX151" fmla="*/ 172465 w 12192000"/>
              <a:gd name="connsiteY151" fmla="*/ 314866 h 2685062"/>
              <a:gd name="connsiteX152" fmla="*/ 223361 w 12192000"/>
              <a:gd name="connsiteY152" fmla="*/ 304828 h 2685062"/>
              <a:gd name="connsiteX153" fmla="*/ 320595 w 12192000"/>
              <a:gd name="connsiteY153" fmla="*/ 288341 h 2685062"/>
              <a:gd name="connsiteX154" fmla="*/ 401087 w 12192000"/>
              <a:gd name="connsiteY154" fmla="*/ 246745 h 2685062"/>
              <a:gd name="connsiteX155" fmla="*/ 495839 w 12192000"/>
              <a:gd name="connsiteY155" fmla="*/ 217305 h 2685062"/>
              <a:gd name="connsiteX156" fmla="*/ 507910 w 12192000"/>
              <a:gd name="connsiteY156" fmla="*/ 219773 h 2685062"/>
              <a:gd name="connsiteX157" fmla="*/ 561428 w 12192000"/>
              <a:gd name="connsiteY157" fmla="*/ 201460 h 2685062"/>
              <a:gd name="connsiteX158" fmla="*/ 712813 w 12192000"/>
              <a:gd name="connsiteY158" fmla="*/ 151411 h 2685062"/>
              <a:gd name="connsiteX159" fmla="*/ 819366 w 12192000"/>
              <a:gd name="connsiteY159" fmla="*/ 70479 h 2685062"/>
              <a:gd name="connsiteX160" fmla="*/ 862489 w 12192000"/>
              <a:gd name="connsiteY160" fmla="*/ 63238 h 2685062"/>
              <a:gd name="connsiteX161" fmla="*/ 934387 w 12192000"/>
              <a:gd name="connsiteY161" fmla="*/ 50788 h 2685062"/>
              <a:gd name="connsiteX162" fmla="*/ 948874 w 12192000"/>
              <a:gd name="connsiteY162" fmla="*/ 55208 h 2685062"/>
              <a:gd name="connsiteX163" fmla="*/ 955237 w 12192000"/>
              <a:gd name="connsiteY163" fmla="*/ 54040 h 2685062"/>
              <a:gd name="connsiteX164" fmla="*/ 955886 w 12192000"/>
              <a:gd name="connsiteY164" fmla="*/ 54325 h 2685062"/>
              <a:gd name="connsiteX165" fmla="*/ 957239 w 12192000"/>
              <a:gd name="connsiteY165" fmla="*/ 53673 h 2685062"/>
              <a:gd name="connsiteX166" fmla="*/ 971343 w 12192000"/>
              <a:gd name="connsiteY166" fmla="*/ 51086 h 2685062"/>
              <a:gd name="connsiteX167" fmla="*/ 1002063 w 12192000"/>
              <a:gd name="connsiteY167" fmla="*/ 54158 h 2685062"/>
              <a:gd name="connsiteX168" fmla="*/ 1020663 w 12192000"/>
              <a:gd name="connsiteY168" fmla="*/ 53408 h 2685062"/>
              <a:gd name="connsiteX169" fmla="*/ 1039181 w 12192000"/>
              <a:gd name="connsiteY169" fmla="*/ 40356 h 2685062"/>
              <a:gd name="connsiteX170" fmla="*/ 1051914 w 12192000"/>
              <a:gd name="connsiteY170" fmla="*/ 39166 h 2685062"/>
              <a:gd name="connsiteX171" fmla="*/ 1054501 w 12192000"/>
              <a:gd name="connsiteY171" fmla="*/ 37372 h 2685062"/>
              <a:gd name="connsiteX172" fmla="*/ 1061859 w 12192000"/>
              <a:gd name="connsiteY172" fmla="*/ 33902 h 2685062"/>
              <a:gd name="connsiteX173" fmla="*/ 1054558 w 12192000"/>
              <a:gd name="connsiteY173" fmla="*/ 30385 h 2685062"/>
              <a:gd name="connsiteX174" fmla="*/ 1140852 w 12192000"/>
              <a:gd name="connsiteY174" fmla="*/ 17327 h 2685062"/>
              <a:gd name="connsiteX175" fmla="*/ 1214144 w 12192000"/>
              <a:gd name="connsiteY175" fmla="*/ 6192 h 2685062"/>
              <a:gd name="connsiteX176" fmla="*/ 1338122 w 12192000"/>
              <a:gd name="connsiteY176" fmla="*/ 27996 h 2685062"/>
              <a:gd name="connsiteX177" fmla="*/ 1462415 w 12192000"/>
              <a:gd name="connsiteY177" fmla="*/ 0 h 2685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192000" h="2685062">
                <a:moveTo>
                  <a:pt x="1462415" y="0"/>
                </a:moveTo>
                <a:lnTo>
                  <a:pt x="1494432" y="2457"/>
                </a:lnTo>
                <a:lnTo>
                  <a:pt x="1523667" y="11778"/>
                </a:lnTo>
                <a:lnTo>
                  <a:pt x="1523067" y="14207"/>
                </a:lnTo>
                <a:cubicBezTo>
                  <a:pt x="1523507" y="15871"/>
                  <a:pt x="1525127" y="16145"/>
                  <a:pt x="1527695" y="15715"/>
                </a:cubicBezTo>
                <a:lnTo>
                  <a:pt x="1532258" y="14518"/>
                </a:lnTo>
                <a:lnTo>
                  <a:pt x="1537796" y="16283"/>
                </a:lnTo>
                <a:lnTo>
                  <a:pt x="1553041" y="20452"/>
                </a:lnTo>
                <a:lnTo>
                  <a:pt x="1557495" y="25861"/>
                </a:lnTo>
                <a:cubicBezTo>
                  <a:pt x="1571578" y="34900"/>
                  <a:pt x="1608020" y="28047"/>
                  <a:pt x="1617448" y="40977"/>
                </a:cubicBezTo>
                <a:lnTo>
                  <a:pt x="1636697" y="39108"/>
                </a:lnTo>
                <a:lnTo>
                  <a:pt x="1657286" y="49000"/>
                </a:lnTo>
                <a:cubicBezTo>
                  <a:pt x="1676389" y="57312"/>
                  <a:pt x="1696470" y="62807"/>
                  <a:pt x="1719191" y="56920"/>
                </a:cubicBezTo>
                <a:cubicBezTo>
                  <a:pt x="1709669" y="73491"/>
                  <a:pt x="1773685" y="56115"/>
                  <a:pt x="1787126" y="71960"/>
                </a:cubicBezTo>
                <a:cubicBezTo>
                  <a:pt x="1795166" y="84864"/>
                  <a:pt x="1816465" y="82599"/>
                  <a:pt x="1834555" y="86590"/>
                </a:cubicBezTo>
                <a:cubicBezTo>
                  <a:pt x="1850712" y="99365"/>
                  <a:pt x="1937782" y="107374"/>
                  <a:pt x="1966070" y="103987"/>
                </a:cubicBezTo>
                <a:cubicBezTo>
                  <a:pt x="2043209" y="86564"/>
                  <a:pt x="2126459" y="137078"/>
                  <a:pt x="2188582" y="124532"/>
                </a:cubicBezTo>
                <a:cubicBezTo>
                  <a:pt x="2206064" y="124932"/>
                  <a:pt x="2221206" y="127247"/>
                  <a:pt x="2234811" y="130739"/>
                </a:cubicBezTo>
                <a:lnTo>
                  <a:pt x="2270005" y="143358"/>
                </a:lnTo>
                <a:lnTo>
                  <a:pt x="2274208" y="152634"/>
                </a:lnTo>
                <a:lnTo>
                  <a:pt x="2298905" y="157215"/>
                </a:lnTo>
                <a:lnTo>
                  <a:pt x="2304521" y="159957"/>
                </a:lnTo>
                <a:cubicBezTo>
                  <a:pt x="2315230" y="165224"/>
                  <a:pt x="2326016" y="170200"/>
                  <a:pt x="2337696" y="174150"/>
                </a:cubicBezTo>
                <a:cubicBezTo>
                  <a:pt x="2354259" y="137711"/>
                  <a:pt x="2439767" y="201742"/>
                  <a:pt x="2432112" y="166646"/>
                </a:cubicBezTo>
                <a:cubicBezTo>
                  <a:pt x="2482400" y="178172"/>
                  <a:pt x="2480978" y="159994"/>
                  <a:pt x="2500149" y="168723"/>
                </a:cubicBezTo>
                <a:lnTo>
                  <a:pt x="2504776" y="171455"/>
                </a:lnTo>
                <a:lnTo>
                  <a:pt x="2507358" y="177677"/>
                </a:lnTo>
                <a:lnTo>
                  <a:pt x="2518847" y="180936"/>
                </a:lnTo>
                <a:lnTo>
                  <a:pt x="2528864" y="188517"/>
                </a:lnTo>
                <a:cubicBezTo>
                  <a:pt x="2656589" y="189245"/>
                  <a:pt x="2818894" y="267460"/>
                  <a:pt x="2938613" y="248764"/>
                </a:cubicBezTo>
                <a:lnTo>
                  <a:pt x="3132513" y="229282"/>
                </a:lnTo>
                <a:cubicBezTo>
                  <a:pt x="3153391" y="218737"/>
                  <a:pt x="3187482" y="219423"/>
                  <a:pt x="3208657" y="230814"/>
                </a:cubicBezTo>
                <a:cubicBezTo>
                  <a:pt x="3212298" y="232773"/>
                  <a:pt x="3215412" y="234983"/>
                  <a:pt x="3217904" y="237375"/>
                </a:cubicBezTo>
                <a:cubicBezTo>
                  <a:pt x="3279351" y="212726"/>
                  <a:pt x="3298012" y="233121"/>
                  <a:pt x="3330150" y="214762"/>
                </a:cubicBezTo>
                <a:cubicBezTo>
                  <a:pt x="3405531" y="217422"/>
                  <a:pt x="3451160" y="247861"/>
                  <a:pt x="3480527" y="231960"/>
                </a:cubicBezTo>
                <a:cubicBezTo>
                  <a:pt x="3516075" y="238991"/>
                  <a:pt x="3553819" y="269164"/>
                  <a:pt x="3591806" y="253003"/>
                </a:cubicBezTo>
                <a:cubicBezTo>
                  <a:pt x="3586673" y="270421"/>
                  <a:pt x="3640034" y="246868"/>
                  <a:pt x="3655143" y="261318"/>
                </a:cubicBezTo>
                <a:cubicBezTo>
                  <a:pt x="3664868" y="273371"/>
                  <a:pt x="3683329" y="269035"/>
                  <a:pt x="3700191" y="271235"/>
                </a:cubicBezTo>
                <a:cubicBezTo>
                  <a:pt x="3717097" y="282363"/>
                  <a:pt x="3796016" y="281812"/>
                  <a:pt x="3820459" y="275675"/>
                </a:cubicBezTo>
                <a:cubicBezTo>
                  <a:pt x="3885463" y="250791"/>
                  <a:pt x="3969506" y="292904"/>
                  <a:pt x="4022158" y="274341"/>
                </a:cubicBezTo>
                <a:cubicBezTo>
                  <a:pt x="4084571" y="269096"/>
                  <a:pt x="4119856" y="297968"/>
                  <a:pt x="4164508" y="309117"/>
                </a:cubicBezTo>
                <a:cubicBezTo>
                  <a:pt x="4171915" y="271244"/>
                  <a:pt x="4260667" y="326583"/>
                  <a:pt x="4246843" y="292417"/>
                </a:cubicBezTo>
                <a:cubicBezTo>
                  <a:pt x="4309458" y="301142"/>
                  <a:pt x="4279869" y="266331"/>
                  <a:pt x="4337133" y="304707"/>
                </a:cubicBezTo>
                <a:cubicBezTo>
                  <a:pt x="4450694" y="292933"/>
                  <a:pt x="4593547" y="330375"/>
                  <a:pt x="4696109" y="300060"/>
                </a:cubicBezTo>
                <a:lnTo>
                  <a:pt x="4928090" y="291457"/>
                </a:lnTo>
                <a:lnTo>
                  <a:pt x="4960316" y="287841"/>
                </a:lnTo>
                <a:cubicBezTo>
                  <a:pt x="4960491" y="287029"/>
                  <a:pt x="4960665" y="286217"/>
                  <a:pt x="4960840" y="285406"/>
                </a:cubicBezTo>
                <a:cubicBezTo>
                  <a:pt x="4962018" y="283892"/>
                  <a:pt x="4963691" y="283924"/>
                  <a:pt x="4965958" y="284802"/>
                </a:cubicBezTo>
                <a:lnTo>
                  <a:pt x="4969785" y="286778"/>
                </a:lnTo>
                <a:lnTo>
                  <a:pt x="4975889" y="286093"/>
                </a:lnTo>
                <a:lnTo>
                  <a:pt x="4992382" y="284871"/>
                </a:lnTo>
                <a:lnTo>
                  <a:pt x="4999094" y="280499"/>
                </a:lnTo>
                <a:lnTo>
                  <a:pt x="5080965" y="282208"/>
                </a:lnTo>
                <a:lnTo>
                  <a:pt x="5105166" y="276473"/>
                </a:lnTo>
                <a:cubicBezTo>
                  <a:pt x="5127226" y="271982"/>
                  <a:pt x="5148953" y="270367"/>
                  <a:pt x="5168054" y="280137"/>
                </a:cubicBezTo>
                <a:cubicBezTo>
                  <a:pt x="5166431" y="262533"/>
                  <a:pt x="5219894" y="290815"/>
                  <a:pt x="5239940" y="278079"/>
                </a:cubicBezTo>
                <a:cubicBezTo>
                  <a:pt x="5253484" y="267178"/>
                  <a:pt x="5272860" y="273220"/>
                  <a:pt x="5291998" y="272685"/>
                </a:cubicBezTo>
                <a:cubicBezTo>
                  <a:pt x="5313255" y="263383"/>
                  <a:pt x="5400292" y="271538"/>
                  <a:pt x="5425861" y="279926"/>
                </a:cubicBezTo>
                <a:cubicBezTo>
                  <a:pt x="5491875" y="310639"/>
                  <a:pt x="5594484" y="277380"/>
                  <a:pt x="5648321" y="300693"/>
                </a:cubicBezTo>
                <a:cubicBezTo>
                  <a:pt x="5665248" y="303486"/>
                  <a:pt x="5680800" y="304021"/>
                  <a:pt x="5695414" y="303150"/>
                </a:cubicBezTo>
                <a:lnTo>
                  <a:pt x="5743064" y="289335"/>
                </a:lnTo>
                <a:lnTo>
                  <a:pt x="5768797" y="289436"/>
                </a:lnTo>
                <a:lnTo>
                  <a:pt x="5775419" y="287831"/>
                </a:lnTo>
                <a:cubicBezTo>
                  <a:pt x="5788059" y="284732"/>
                  <a:pt x="5800646" y="281926"/>
                  <a:pt x="5813624" y="280263"/>
                </a:cubicBezTo>
                <a:cubicBezTo>
                  <a:pt x="5812999" y="318182"/>
                  <a:pt x="5923892" y="272386"/>
                  <a:pt x="5900676" y="304615"/>
                </a:cubicBezTo>
                <a:cubicBezTo>
                  <a:pt x="5954067" y="302717"/>
                  <a:pt x="5944477" y="319870"/>
                  <a:pt x="5966795" y="314993"/>
                </a:cubicBezTo>
                <a:lnTo>
                  <a:pt x="5972463" y="313217"/>
                </a:lnTo>
                <a:lnTo>
                  <a:pt x="5977754" y="307726"/>
                </a:lnTo>
                <a:lnTo>
                  <a:pt x="5990232" y="306694"/>
                </a:lnTo>
                <a:lnTo>
                  <a:pt x="6003260" y="301250"/>
                </a:lnTo>
                <a:cubicBezTo>
                  <a:pt x="6125949" y="323771"/>
                  <a:pt x="6292426" y="300774"/>
                  <a:pt x="6398655" y="340447"/>
                </a:cubicBezTo>
                <a:lnTo>
                  <a:pt x="6477250" y="370643"/>
                </a:lnTo>
                <a:cubicBezTo>
                  <a:pt x="6518147" y="382960"/>
                  <a:pt x="6560561" y="347277"/>
                  <a:pt x="6599996" y="371929"/>
                </a:cubicBezTo>
                <a:cubicBezTo>
                  <a:pt x="6615225" y="385828"/>
                  <a:pt x="6648193" y="391366"/>
                  <a:pt x="6673632" y="384303"/>
                </a:cubicBezTo>
                <a:cubicBezTo>
                  <a:pt x="6678009" y="383088"/>
                  <a:pt x="6681993" y="381536"/>
                  <a:pt x="6685461" y="379698"/>
                </a:cubicBezTo>
                <a:cubicBezTo>
                  <a:pt x="6733172" y="414481"/>
                  <a:pt x="6760278" y="398336"/>
                  <a:pt x="6782761" y="421766"/>
                </a:cubicBezTo>
                <a:cubicBezTo>
                  <a:pt x="6856177" y="432921"/>
                  <a:pt x="6913662" y="412056"/>
                  <a:pt x="6934599" y="432626"/>
                </a:cubicBezTo>
                <a:cubicBezTo>
                  <a:pt x="6971837" y="432351"/>
                  <a:pt x="7021650" y="410307"/>
                  <a:pt x="7050728" y="432695"/>
                </a:cubicBezTo>
                <a:cubicBezTo>
                  <a:pt x="7053692" y="415076"/>
                  <a:pt x="7094152" y="447339"/>
                  <a:pt x="7115167" y="436243"/>
                </a:cubicBezTo>
                <a:cubicBezTo>
                  <a:pt x="7129937" y="426464"/>
                  <a:pt x="7145660" y="433973"/>
                  <a:pt x="7162809" y="434931"/>
                </a:cubicBezTo>
                <a:cubicBezTo>
                  <a:pt x="7184039" y="427343"/>
                  <a:pt x="7259393" y="442217"/>
                  <a:pt x="7280034" y="452539"/>
                </a:cubicBezTo>
                <a:cubicBezTo>
                  <a:pt x="7331046" y="488194"/>
                  <a:pt x="7430616" y="463128"/>
                  <a:pt x="7472654" y="490482"/>
                </a:cubicBezTo>
                <a:cubicBezTo>
                  <a:pt x="7541994" y="500728"/>
                  <a:pt x="7643498" y="509315"/>
                  <a:pt x="7696080" y="514010"/>
                </a:cubicBezTo>
                <a:cubicBezTo>
                  <a:pt x="7760013" y="517032"/>
                  <a:pt x="7715914" y="545003"/>
                  <a:pt x="7788139" y="518649"/>
                </a:cubicBezTo>
                <a:cubicBezTo>
                  <a:pt x="7891601" y="550571"/>
                  <a:pt x="8143222" y="510864"/>
                  <a:pt x="8227756" y="558548"/>
                </a:cubicBezTo>
                <a:cubicBezTo>
                  <a:pt x="8317876" y="569251"/>
                  <a:pt x="8261697" y="569546"/>
                  <a:pt x="8328859" y="582867"/>
                </a:cubicBezTo>
                <a:cubicBezTo>
                  <a:pt x="8336976" y="627379"/>
                  <a:pt x="8495085" y="643261"/>
                  <a:pt x="8532898" y="668282"/>
                </a:cubicBezTo>
                <a:cubicBezTo>
                  <a:pt x="8626867" y="678146"/>
                  <a:pt x="8698118" y="715603"/>
                  <a:pt x="8792925" y="701900"/>
                </a:cubicBezTo>
                <a:cubicBezTo>
                  <a:pt x="8796856" y="707882"/>
                  <a:pt x="8802564" y="712918"/>
                  <a:pt x="8809491" y="717262"/>
                </a:cubicBezTo>
                <a:lnTo>
                  <a:pt x="8814066" y="719410"/>
                </a:lnTo>
                <a:lnTo>
                  <a:pt x="8815751" y="718686"/>
                </a:lnTo>
                <a:cubicBezTo>
                  <a:pt x="8822134" y="717141"/>
                  <a:pt x="8829906" y="716502"/>
                  <a:pt x="8840540" y="717083"/>
                </a:cubicBezTo>
                <a:cubicBezTo>
                  <a:pt x="8844566" y="676948"/>
                  <a:pt x="8862586" y="704813"/>
                  <a:pt x="8897062" y="697553"/>
                </a:cubicBezTo>
                <a:cubicBezTo>
                  <a:pt x="8926967" y="693826"/>
                  <a:pt x="8941387" y="680067"/>
                  <a:pt x="8965922" y="672885"/>
                </a:cubicBezTo>
                <a:cubicBezTo>
                  <a:pt x="8985861" y="668208"/>
                  <a:pt x="8990451" y="680326"/>
                  <a:pt x="9016694" y="669496"/>
                </a:cubicBezTo>
                <a:cubicBezTo>
                  <a:pt x="9064226" y="680468"/>
                  <a:pt x="9102961" y="653230"/>
                  <a:pt x="9139695" y="648174"/>
                </a:cubicBezTo>
                <a:cubicBezTo>
                  <a:pt x="9151373" y="649226"/>
                  <a:pt x="9186538" y="645057"/>
                  <a:pt x="9219129" y="639013"/>
                </a:cubicBezTo>
                <a:lnTo>
                  <a:pt x="9221354" y="638501"/>
                </a:lnTo>
                <a:lnTo>
                  <a:pt x="9237592" y="642494"/>
                </a:lnTo>
                <a:cubicBezTo>
                  <a:pt x="9241555" y="644212"/>
                  <a:pt x="9242210" y="646204"/>
                  <a:pt x="9236570" y="648762"/>
                </a:cubicBezTo>
                <a:cubicBezTo>
                  <a:pt x="9241114" y="652055"/>
                  <a:pt x="9245782" y="653517"/>
                  <a:pt x="9250521" y="654041"/>
                </a:cubicBezTo>
                <a:cubicBezTo>
                  <a:pt x="9259996" y="655089"/>
                  <a:pt x="9269753" y="652386"/>
                  <a:pt x="9279357" y="653083"/>
                </a:cubicBezTo>
                <a:lnTo>
                  <a:pt x="9289731" y="656356"/>
                </a:lnTo>
                <a:lnTo>
                  <a:pt x="9293723" y="656237"/>
                </a:lnTo>
                <a:lnTo>
                  <a:pt x="9303097" y="656723"/>
                </a:lnTo>
                <a:lnTo>
                  <a:pt x="9302251" y="652725"/>
                </a:lnTo>
                <a:cubicBezTo>
                  <a:pt x="9300561" y="648869"/>
                  <a:pt x="9299408" y="644676"/>
                  <a:pt x="9314122" y="645860"/>
                </a:cubicBezTo>
                <a:cubicBezTo>
                  <a:pt x="9344433" y="650204"/>
                  <a:pt x="9356229" y="634440"/>
                  <a:pt x="9367772" y="650683"/>
                </a:cubicBezTo>
                <a:lnTo>
                  <a:pt x="9370291" y="655264"/>
                </a:lnTo>
                <a:lnTo>
                  <a:pt x="9377007" y="656308"/>
                </a:lnTo>
                <a:cubicBezTo>
                  <a:pt x="9380660" y="656340"/>
                  <a:pt x="9382824" y="655350"/>
                  <a:pt x="9382497" y="652427"/>
                </a:cubicBezTo>
                <a:cubicBezTo>
                  <a:pt x="9410043" y="665739"/>
                  <a:pt x="9444726" y="648939"/>
                  <a:pt x="9474013" y="647005"/>
                </a:cubicBezTo>
                <a:cubicBezTo>
                  <a:pt x="9494765" y="659508"/>
                  <a:pt x="9535746" y="643122"/>
                  <a:pt x="9595899" y="646979"/>
                </a:cubicBezTo>
                <a:cubicBezTo>
                  <a:pt x="9618462" y="661284"/>
                  <a:pt x="9636478" y="649421"/>
                  <a:pt x="9681269" y="669984"/>
                </a:cubicBezTo>
                <a:cubicBezTo>
                  <a:pt x="9683619" y="668616"/>
                  <a:pt x="9686437" y="667412"/>
                  <a:pt x="9689635" y="666408"/>
                </a:cubicBezTo>
                <a:cubicBezTo>
                  <a:pt x="9708219" y="660578"/>
                  <a:pt x="9735343" y="662659"/>
                  <a:pt x="9750215" y="671056"/>
                </a:cubicBezTo>
                <a:cubicBezTo>
                  <a:pt x="9822560" y="699676"/>
                  <a:pt x="9892985" y="704863"/>
                  <a:pt x="9957974" y="715080"/>
                </a:cubicBezTo>
                <a:cubicBezTo>
                  <a:pt x="10031995" y="724171"/>
                  <a:pt x="9987651" y="694466"/>
                  <a:pt x="10076482" y="723397"/>
                </a:cubicBezTo>
                <a:cubicBezTo>
                  <a:pt x="10088264" y="715403"/>
                  <a:pt x="10100170" y="715974"/>
                  <a:pt x="10119263" y="721877"/>
                </a:cubicBezTo>
                <a:cubicBezTo>
                  <a:pt x="10155360" y="725633"/>
                  <a:pt x="10156886" y="703170"/>
                  <a:pt x="10190893" y="719606"/>
                </a:cubicBezTo>
                <a:cubicBezTo>
                  <a:pt x="10186651" y="707114"/>
                  <a:pt x="10260542" y="720706"/>
                  <a:pt x="10246203" y="706893"/>
                </a:cubicBezTo>
                <a:cubicBezTo>
                  <a:pt x="10271921" y="697978"/>
                  <a:pt x="10280122" y="716866"/>
                  <a:pt x="10305396" y="709359"/>
                </a:cubicBezTo>
                <a:cubicBezTo>
                  <a:pt x="10332266" y="709354"/>
                  <a:pt x="10287753" y="720864"/>
                  <a:pt x="10316856" y="724179"/>
                </a:cubicBezTo>
                <a:cubicBezTo>
                  <a:pt x="10352558" y="726042"/>
                  <a:pt x="10348261" y="747938"/>
                  <a:pt x="10380919" y="722193"/>
                </a:cubicBezTo>
                <a:cubicBezTo>
                  <a:pt x="10416787" y="731946"/>
                  <a:pt x="10426384" y="719959"/>
                  <a:pt x="10478351" y="717620"/>
                </a:cubicBezTo>
                <a:cubicBezTo>
                  <a:pt x="10498311" y="726260"/>
                  <a:pt x="10516018" y="724144"/>
                  <a:pt x="10533954" y="718660"/>
                </a:cubicBezTo>
                <a:cubicBezTo>
                  <a:pt x="10583102" y="724237"/>
                  <a:pt x="10630104" y="717410"/>
                  <a:pt x="10686474" y="717507"/>
                </a:cubicBezTo>
                <a:cubicBezTo>
                  <a:pt x="10745160" y="730015"/>
                  <a:pt x="10779502" y="713124"/>
                  <a:pt x="10839729" y="713306"/>
                </a:cubicBezTo>
                <a:cubicBezTo>
                  <a:pt x="10895292" y="735596"/>
                  <a:pt x="10883335" y="689293"/>
                  <a:pt x="10933271" y="693628"/>
                </a:cubicBezTo>
                <a:cubicBezTo>
                  <a:pt x="11011861" y="715600"/>
                  <a:pt x="10933941" y="678563"/>
                  <a:pt x="11058950" y="692031"/>
                </a:cubicBezTo>
                <a:cubicBezTo>
                  <a:pt x="11065574" y="695312"/>
                  <a:pt x="11081347" y="693264"/>
                  <a:pt x="11080388" y="689245"/>
                </a:cubicBezTo>
                <a:cubicBezTo>
                  <a:pt x="11088176" y="690921"/>
                  <a:pt x="11106032" y="699551"/>
                  <a:pt x="11108911" y="693363"/>
                </a:cubicBezTo>
                <a:cubicBezTo>
                  <a:pt x="11149149" y="694912"/>
                  <a:pt x="11188483" y="700869"/>
                  <a:pt x="11223119" y="710661"/>
                </a:cubicBezTo>
                <a:cubicBezTo>
                  <a:pt x="11302059" y="704266"/>
                  <a:pt x="11255617" y="731239"/>
                  <a:pt x="11311983" y="731410"/>
                </a:cubicBezTo>
                <a:cubicBezTo>
                  <a:pt x="11358665" y="721567"/>
                  <a:pt x="11373894" y="732638"/>
                  <a:pt x="11426940" y="727340"/>
                </a:cubicBezTo>
                <a:cubicBezTo>
                  <a:pt x="11441993" y="748767"/>
                  <a:pt x="11476074" y="727962"/>
                  <a:pt x="11495624" y="734858"/>
                </a:cubicBezTo>
                <a:cubicBezTo>
                  <a:pt x="11530841" y="712823"/>
                  <a:pt x="11572173" y="761025"/>
                  <a:pt x="11605975" y="762433"/>
                </a:cubicBezTo>
                <a:cubicBezTo>
                  <a:pt x="11663316" y="761143"/>
                  <a:pt x="11727635" y="739871"/>
                  <a:pt x="11756134" y="765012"/>
                </a:cubicBezTo>
                <a:cubicBezTo>
                  <a:pt x="11761348" y="755468"/>
                  <a:pt x="11757526" y="741943"/>
                  <a:pt x="11789788" y="745316"/>
                </a:cubicBezTo>
                <a:cubicBezTo>
                  <a:pt x="11803253" y="740995"/>
                  <a:pt x="11807074" y="726138"/>
                  <a:pt x="11832833" y="734720"/>
                </a:cubicBezTo>
                <a:cubicBezTo>
                  <a:pt x="11798846" y="746443"/>
                  <a:pt x="11852821" y="750721"/>
                  <a:pt x="11846338" y="765994"/>
                </a:cubicBezTo>
                <a:cubicBezTo>
                  <a:pt x="11885947" y="777555"/>
                  <a:pt x="11979991" y="768560"/>
                  <a:pt x="11972492" y="796180"/>
                </a:cubicBezTo>
                <a:cubicBezTo>
                  <a:pt x="11982931" y="813135"/>
                  <a:pt x="12037186" y="790090"/>
                  <a:pt x="12035979" y="807835"/>
                </a:cubicBezTo>
                <a:cubicBezTo>
                  <a:pt x="12059694" y="797410"/>
                  <a:pt x="12098516" y="817951"/>
                  <a:pt x="12135850" y="819056"/>
                </a:cubicBezTo>
                <a:cubicBezTo>
                  <a:pt x="12142309" y="827359"/>
                  <a:pt x="12150917" y="827343"/>
                  <a:pt x="12166092" y="823695"/>
                </a:cubicBezTo>
                <a:lnTo>
                  <a:pt x="12190645" y="826863"/>
                </a:lnTo>
                <a:lnTo>
                  <a:pt x="12192000" y="880762"/>
                </a:lnTo>
                <a:lnTo>
                  <a:pt x="12192000" y="2685062"/>
                </a:lnTo>
                <a:lnTo>
                  <a:pt x="0" y="2685062"/>
                </a:lnTo>
                <a:lnTo>
                  <a:pt x="0" y="283917"/>
                </a:lnTo>
                <a:lnTo>
                  <a:pt x="44213" y="302297"/>
                </a:lnTo>
                <a:cubicBezTo>
                  <a:pt x="57125" y="321111"/>
                  <a:pt x="151150" y="310991"/>
                  <a:pt x="172465" y="314866"/>
                </a:cubicBezTo>
                <a:cubicBezTo>
                  <a:pt x="201883" y="307918"/>
                  <a:pt x="192551" y="309357"/>
                  <a:pt x="223361" y="304828"/>
                </a:cubicBezTo>
                <a:cubicBezTo>
                  <a:pt x="235273" y="283233"/>
                  <a:pt x="290082" y="292239"/>
                  <a:pt x="320595" y="288341"/>
                </a:cubicBezTo>
                <a:cubicBezTo>
                  <a:pt x="326821" y="269140"/>
                  <a:pt x="347105" y="264031"/>
                  <a:pt x="401087" y="246745"/>
                </a:cubicBezTo>
                <a:cubicBezTo>
                  <a:pt x="407068" y="225028"/>
                  <a:pt x="475269" y="251137"/>
                  <a:pt x="495839" y="217305"/>
                </a:cubicBezTo>
                <a:cubicBezTo>
                  <a:pt x="499633" y="218429"/>
                  <a:pt x="503698" y="219260"/>
                  <a:pt x="507910" y="219773"/>
                </a:cubicBezTo>
                <a:cubicBezTo>
                  <a:pt x="532375" y="222751"/>
                  <a:pt x="556339" y="214552"/>
                  <a:pt x="561428" y="201460"/>
                </a:cubicBezTo>
                <a:cubicBezTo>
                  <a:pt x="599747" y="152259"/>
                  <a:pt x="661201" y="177254"/>
                  <a:pt x="712813" y="151411"/>
                </a:cubicBezTo>
                <a:cubicBezTo>
                  <a:pt x="774420" y="124993"/>
                  <a:pt x="765426" y="123535"/>
                  <a:pt x="819366" y="70479"/>
                </a:cubicBezTo>
                <a:cubicBezTo>
                  <a:pt x="839647" y="77460"/>
                  <a:pt x="850544" y="74267"/>
                  <a:pt x="862489" y="63238"/>
                </a:cubicBezTo>
                <a:cubicBezTo>
                  <a:pt x="893284" y="51157"/>
                  <a:pt x="919686" y="77447"/>
                  <a:pt x="934387" y="50788"/>
                </a:cubicBezTo>
                <a:cubicBezTo>
                  <a:pt x="936825" y="54711"/>
                  <a:pt x="942184" y="55671"/>
                  <a:pt x="948874" y="55208"/>
                </a:cubicBezTo>
                <a:lnTo>
                  <a:pt x="955237" y="54040"/>
                </a:lnTo>
                <a:lnTo>
                  <a:pt x="955886" y="54325"/>
                </a:lnTo>
                <a:lnTo>
                  <a:pt x="957239" y="53673"/>
                </a:lnTo>
                <a:lnTo>
                  <a:pt x="971343" y="51086"/>
                </a:lnTo>
                <a:cubicBezTo>
                  <a:pt x="986863" y="47540"/>
                  <a:pt x="1001346" y="44460"/>
                  <a:pt x="1002063" y="54158"/>
                </a:cubicBezTo>
                <a:cubicBezTo>
                  <a:pt x="1010763" y="55438"/>
                  <a:pt x="1016476" y="54893"/>
                  <a:pt x="1020663" y="53408"/>
                </a:cubicBezTo>
                <a:cubicBezTo>
                  <a:pt x="1029036" y="50440"/>
                  <a:pt x="1031306" y="43717"/>
                  <a:pt x="1039181" y="40356"/>
                </a:cubicBezTo>
                <a:lnTo>
                  <a:pt x="1051914" y="39166"/>
                </a:lnTo>
                <a:lnTo>
                  <a:pt x="1054501" y="37372"/>
                </a:lnTo>
                <a:lnTo>
                  <a:pt x="1061859" y="33902"/>
                </a:lnTo>
                <a:lnTo>
                  <a:pt x="1054558" y="30385"/>
                </a:lnTo>
                <a:cubicBezTo>
                  <a:pt x="1046905" y="27358"/>
                  <a:pt x="1128596" y="22367"/>
                  <a:pt x="1140852" y="17327"/>
                </a:cubicBezTo>
                <a:lnTo>
                  <a:pt x="1214144" y="6192"/>
                </a:lnTo>
                <a:lnTo>
                  <a:pt x="1338122" y="27996"/>
                </a:lnTo>
                <a:cubicBezTo>
                  <a:pt x="1367144" y="1801"/>
                  <a:pt x="1432673" y="14019"/>
                  <a:pt x="1462415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25570-BAE2-4247-1085-C8ADB477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082" y="4779792"/>
            <a:ext cx="8943998" cy="8567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Inside the Computer</a:t>
            </a:r>
          </a:p>
        </p:txBody>
      </p:sp>
      <p:pic>
        <p:nvPicPr>
          <p:cNvPr id="5" name="Picture 4" descr="A group of computer memory chips&#10;&#10;AI-generated content may be incorrect.">
            <a:extLst>
              <a:ext uri="{FF2B5EF4-FFF2-40B4-BE49-F238E27FC236}">
                <a16:creationId xmlns:a16="http://schemas.microsoft.com/office/drawing/2014/main" id="{00508F93-E8F6-F57C-FD32-4AF22E667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9973" y="1543855"/>
            <a:ext cx="3027384" cy="1771019"/>
          </a:xfrm>
          <a:prstGeom prst="rect">
            <a:avLst/>
          </a:prstGeom>
        </p:spPr>
      </p:pic>
      <p:pic>
        <p:nvPicPr>
          <p:cNvPr id="4" name="Picture 3" descr="HD wallpaper: central processing unit, CPU, hardware, digital art, computer | Wallpaper Flare">
            <a:extLst>
              <a:ext uri="{FF2B5EF4-FFF2-40B4-BE49-F238E27FC236}">
                <a16:creationId xmlns:a16="http://schemas.microsoft.com/office/drawing/2014/main" id="{B9B07434-85E7-0101-5A8A-D69737978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834" y="1146815"/>
            <a:ext cx="3026664" cy="2565097"/>
          </a:xfrm>
          <a:prstGeom prst="rect">
            <a:avLst/>
          </a:prstGeom>
        </p:spPr>
      </p:pic>
      <p:pic>
        <p:nvPicPr>
          <p:cNvPr id="8" name="Picture 7" descr="A black and silver hard drive&#10;&#10;AI-generated content may be incorrect.">
            <a:extLst>
              <a:ext uri="{FF2B5EF4-FFF2-40B4-BE49-F238E27FC236}">
                <a16:creationId xmlns:a16="http://schemas.microsoft.com/office/drawing/2014/main" id="{02625CB1-6D02-D2EB-913E-4D4E83A478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264886" y="1294365"/>
            <a:ext cx="3026664" cy="226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0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3BF18B-C8A1-400D-BBBD-6103EC9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C92A9-9587-AF33-2B80-A26D140B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Tower &amp; Connections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computer tower with a rainbow colored stripe&#10;&#10;AI-generated content may be incorrect.">
            <a:extLst>
              <a:ext uri="{FF2B5EF4-FFF2-40B4-BE49-F238E27FC236}">
                <a16:creationId xmlns:a16="http://schemas.microsoft.com/office/drawing/2014/main" id="{92ED9BA5-02FE-DF8D-C4E6-6F68D15FA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7750" r="10892" b="2"/>
          <a:stretch>
            <a:fillRect/>
          </a:stretch>
        </p:blipFill>
        <p:spPr>
          <a:xfrm>
            <a:off x="545231" y="858525"/>
            <a:ext cx="3719192" cy="5211906"/>
          </a:xfrm>
          <a:prstGeom prst="rect">
            <a:avLst/>
          </a:prstGeom>
        </p:spPr>
      </p:pic>
      <p:pic>
        <p:nvPicPr>
          <p:cNvPr id="9" name="Picture 8" descr="A blue cable with a plug&#10;&#10;AI-generated content may be incorrect.">
            <a:extLst>
              <a:ext uri="{FF2B5EF4-FFF2-40B4-BE49-F238E27FC236}">
                <a16:creationId xmlns:a16="http://schemas.microsoft.com/office/drawing/2014/main" id="{9976DE99-8915-CBED-E665-2710DE2EA2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r="4770" b="4"/>
          <a:stretch>
            <a:fillRect/>
          </a:stretch>
        </p:blipFill>
        <p:spPr>
          <a:xfrm>
            <a:off x="4457706" y="858524"/>
            <a:ext cx="3685032" cy="2505456"/>
          </a:xfrm>
          <a:prstGeom prst="rect">
            <a:avLst/>
          </a:prstGeom>
        </p:spPr>
      </p:pic>
      <p:pic>
        <p:nvPicPr>
          <p:cNvPr id="6" name="Picture 5" descr="A black usb flash drive&#10;&#10;AI-generated content may be incorrect.">
            <a:extLst>
              <a:ext uri="{FF2B5EF4-FFF2-40B4-BE49-F238E27FC236}">
                <a16:creationId xmlns:a16="http://schemas.microsoft.com/office/drawing/2014/main" id="{0D999979-3924-9FFC-198F-704E30DD32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r="14690" b="-4"/>
          <a:stretch>
            <a:fillRect/>
          </a:stretch>
        </p:blipFill>
        <p:spPr>
          <a:xfrm>
            <a:off x="4457712" y="3564974"/>
            <a:ext cx="3685031" cy="250545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2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F774C-04C6-7150-E429-B1A1D5307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/>
              <a:t>All Done!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DDF3C-DCBF-C18C-1D29-0F291DFFD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Save and upload to Teams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Mystery Match!</vt:lpstr>
      <vt:lpstr>Instructions</vt:lpstr>
      <vt:lpstr>Input Devices</vt:lpstr>
      <vt:lpstr>Output devices</vt:lpstr>
      <vt:lpstr>Inside the Computer</vt:lpstr>
      <vt:lpstr>The Tower &amp; Connections</vt:lpstr>
      <vt:lpstr>All Done!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</cp:revision>
  <dcterms:created xsi:type="dcterms:W3CDTF">2025-08-28T23:28:09Z</dcterms:created>
  <dcterms:modified xsi:type="dcterms:W3CDTF">2025-08-28T23:46:55Z</dcterms:modified>
</cp:coreProperties>
</file>